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 id="2147483651" r:id="rId2"/>
  </p:sldMasterIdLst>
  <p:notesMasterIdLst>
    <p:notesMasterId r:id="rId15"/>
  </p:notesMasterIdLst>
  <p:handoutMasterIdLst>
    <p:handoutMasterId r:id="rId16"/>
  </p:handoutMasterIdLst>
  <p:sldIdLst>
    <p:sldId id="1519" r:id="rId3"/>
    <p:sldId id="1983" r:id="rId4"/>
    <p:sldId id="1987" r:id="rId5"/>
    <p:sldId id="1984" r:id="rId6"/>
    <p:sldId id="1991" r:id="rId7"/>
    <p:sldId id="1988" r:id="rId8"/>
    <p:sldId id="1989" r:id="rId9"/>
    <p:sldId id="1985" r:id="rId10"/>
    <p:sldId id="1992" r:id="rId11"/>
    <p:sldId id="1993" r:id="rId12"/>
    <p:sldId id="1986" r:id="rId13"/>
    <p:sldId id="1982"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06" userDrawn="1">
          <p15:clr>
            <a:srgbClr val="A4A3A4"/>
          </p15:clr>
        </p15:guide>
        <p15:guide id="2" pos="3853"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64C85"/>
    <a:srgbClr val="DC5E47"/>
    <a:srgbClr val="DF9D82"/>
    <a:srgbClr val="F8AD8F"/>
    <a:srgbClr val="81A4FA"/>
    <a:srgbClr val="567AE3"/>
    <a:srgbClr val="C72F32"/>
    <a:srgbClr val="94C076"/>
    <a:srgbClr val="233246"/>
    <a:srgbClr val="740F6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729" autoAdjust="0"/>
    <p:restoredTop sz="79528" autoAdjust="0"/>
  </p:normalViewPr>
  <p:slideViewPr>
    <p:cSldViewPr snapToGrid="0" snapToObjects="1" showGuides="1">
      <p:cViewPr varScale="1">
        <p:scale>
          <a:sx n="66" d="100"/>
          <a:sy n="66" d="100"/>
        </p:scale>
        <p:origin x="1142" y="48"/>
      </p:cViewPr>
      <p:guideLst>
        <p:guide orient="horz" pos="2106"/>
        <p:guide pos="3853"/>
      </p:guideLst>
    </p:cSldViewPr>
  </p:slideViewPr>
  <p:outlineViewPr>
    <p:cViewPr>
      <p:scale>
        <a:sx n="33" d="100"/>
        <a:sy n="33" d="100"/>
      </p:scale>
      <p:origin x="0" y="-28296"/>
    </p:cViewPr>
  </p:outlineViewPr>
  <p:notesTextViewPr>
    <p:cViewPr>
      <p:scale>
        <a:sx n="155" d="100"/>
        <a:sy n="155" d="100"/>
      </p:scale>
      <p:origin x="0" y="0"/>
    </p:cViewPr>
  </p:notesTextViewPr>
  <p:notesViewPr>
    <p:cSldViewPr snapToGrid="0" snapToObjects="1">
      <p:cViewPr varScale="1">
        <p:scale>
          <a:sx n="118" d="100"/>
          <a:sy n="118" d="100"/>
        </p:scale>
        <p:origin x="4200" y="20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viewProps" Target="viewProps.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handoutMaster" Target="handoutMasters/handout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notesMaster" Target="notesMasters/notesMaster1.xml"/><Relationship Id="rId10" Type="http://schemas.openxmlformats.org/officeDocument/2006/relationships/slide" Target="slides/slide8.xml"/><Relationship Id="rId19"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DC73E8D5-F0E7-403B-AAA9-FDB7ED172D46}" type="datetimeFigureOut">
              <a:rPr lang="en-US" smtClean="0"/>
              <a:t>5/6/2025</a:t>
            </a:fld>
            <a:endParaRPr 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559E22B-5E0F-454F-9BF0-C70D08ED4CE1}" type="slidenum">
              <a:rPr lang="en-US" smtClean="0"/>
              <a:t>‹#›</a:t>
            </a:fld>
            <a:endParaRPr 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0EADD3D-D7A5-B14B-BE07-5D181AE43AF2}" type="datetimeFigureOut">
              <a:rPr lang="en-US" smtClean="0"/>
              <a:t>5/6/2025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D2DA7C1-09EB-C742-909D-6754DCC5DD36}" type="slidenum">
              <a:rPr lang="en-US" smtClean="0"/>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kumimoji="1" lang="zh-CN" altLang="en-US" dirty="0"/>
          </a:p>
        </p:txBody>
      </p:sp>
      <p:sp>
        <p:nvSpPr>
          <p:cNvPr id="4" name="Slide Number Placeholder 3"/>
          <p:cNvSpPr>
            <a:spLocks noGrp="1"/>
          </p:cNvSpPr>
          <p:nvPr>
            <p:ph type="sldNum" sz="quarter" idx="5"/>
          </p:nvPr>
        </p:nvSpPr>
        <p:spPr/>
        <p:txBody>
          <a:bodyPr/>
          <a:lstStyle/>
          <a:p>
            <a:fld id="{6D2DA7C1-09EB-C742-909D-6754DCC5DD36}" type="slidenum">
              <a:rPr lang="en-US" smtClean="0"/>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D2DA7C1-09EB-C742-909D-6754DCC5DD36}" type="slidenum">
              <a:rPr lang="en-US" smtClean="0"/>
              <a:t>12</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4" name="矩形 9"/>
          <p:cNvSpPr/>
          <p:nvPr userDrawn="1"/>
        </p:nvSpPr>
        <p:spPr>
          <a:xfrm>
            <a:off x="0" y="-2363"/>
            <a:ext cx="12192000" cy="669851"/>
          </a:xfrm>
          <a:prstGeom prst="rect">
            <a:avLst/>
          </a:prstGeom>
          <a:solidFill>
            <a:srgbClr val="F0F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2" name="Title 1"/>
          <p:cNvSpPr>
            <a:spLocks noGrp="1"/>
          </p:cNvSpPr>
          <p:nvPr>
            <p:ph type="title"/>
          </p:nvPr>
        </p:nvSpPr>
        <p:spPr>
          <a:xfrm>
            <a:off x="300093" y="-7385"/>
            <a:ext cx="10672707" cy="668545"/>
          </a:xfrm>
        </p:spPr>
        <p:txBody>
          <a:bodyPr>
            <a:normAutofit/>
          </a:bodyPr>
          <a:lstStyle>
            <a:lvl1pPr>
              <a:defRPr sz="3000">
                <a:solidFill>
                  <a:srgbClr val="064C85"/>
                </a:solidFill>
                <a:latin typeface="Candara" panose="020E0502030303020204" pitchFamily="34" charset="0"/>
                <a:ea typeface="Microsoft YaHei UI" panose="020B0503020204020204" pitchFamily="34" charset="-122"/>
              </a:defRPr>
            </a:lvl1pPr>
          </a:lstStyle>
          <a:p>
            <a:r>
              <a:rPr lang="en-US" altLang="zh-CN" dirty="0"/>
              <a:t>Click to edit Master title style</a:t>
            </a:r>
            <a:endParaRPr lang="en-US" dirty="0"/>
          </a:p>
        </p:txBody>
      </p:sp>
      <p:sp>
        <p:nvSpPr>
          <p:cNvPr id="3" name="Content Placeholder 2"/>
          <p:cNvSpPr>
            <a:spLocks noGrp="1"/>
          </p:cNvSpPr>
          <p:nvPr>
            <p:ph idx="1"/>
          </p:nvPr>
        </p:nvSpPr>
        <p:spPr>
          <a:xfrm>
            <a:off x="321365" y="950981"/>
            <a:ext cx="11467512" cy="5310302"/>
          </a:xfrm>
        </p:spPr>
        <p:txBody>
          <a:bodyPr/>
          <a:lstStyle>
            <a:lvl1pPr>
              <a:defRPr>
                <a:latin typeface="Candara" panose="020E0502030303020204" pitchFamily="34" charset="0"/>
                <a:ea typeface="Microsoft YaHei UI" panose="020B0503020204020204" pitchFamily="34" charset="-122"/>
              </a:defRPr>
            </a:lvl1pPr>
            <a:lvl2pPr>
              <a:defRPr>
                <a:latin typeface="Candara" panose="020E0502030303020204" pitchFamily="34" charset="0"/>
                <a:ea typeface="Microsoft YaHei UI" panose="020B0503020204020204" pitchFamily="34" charset="-122"/>
              </a:defRPr>
            </a:lvl2pPr>
            <a:lvl3pPr>
              <a:defRPr>
                <a:latin typeface="Candara" panose="020E0502030303020204" pitchFamily="34" charset="0"/>
                <a:ea typeface="Microsoft YaHei UI" panose="020B0503020204020204" pitchFamily="34" charset="-122"/>
              </a:defRPr>
            </a:lvl3pPr>
            <a:lvl4pPr>
              <a:defRPr>
                <a:latin typeface="Candara" panose="020E0502030303020204" pitchFamily="34" charset="0"/>
                <a:ea typeface="Microsoft YaHei UI" panose="020B0503020204020204" pitchFamily="34" charset="-122"/>
              </a:defRPr>
            </a:lvl4pPr>
            <a:lvl5pPr>
              <a:defRPr>
                <a:latin typeface="Candara" panose="020E0502030303020204" pitchFamily="34" charset="0"/>
                <a:ea typeface="Microsoft YaHei UI" panose="020B0503020204020204" pitchFamily="34" charset="-122"/>
              </a:defRPr>
            </a:lvl5pPr>
          </a:lstStyle>
          <a:p>
            <a:pPr lvl="0"/>
            <a:r>
              <a:rPr lang="en-US" altLang="zh-CN" dirty="0"/>
              <a:t>Click to edit Master text styles</a:t>
            </a:r>
          </a:p>
          <a:p>
            <a:pPr lvl="1"/>
            <a:r>
              <a:rPr lang="en-US" altLang="zh-CN" dirty="0"/>
              <a:t>Second level</a:t>
            </a:r>
          </a:p>
          <a:p>
            <a:pPr lvl="2"/>
            <a:r>
              <a:rPr lang="en-US" altLang="zh-CN" dirty="0"/>
              <a:t>Third level</a:t>
            </a:r>
          </a:p>
          <a:p>
            <a:pPr lvl="3"/>
            <a:r>
              <a:rPr lang="en-US" altLang="zh-CN" dirty="0"/>
              <a:t>Fourth level</a:t>
            </a:r>
          </a:p>
          <a:p>
            <a:pPr lvl="4"/>
            <a:r>
              <a:rPr lang="en-US" altLang="zh-CN" dirty="0"/>
              <a:t>Fifth level</a:t>
            </a:r>
            <a:endParaRPr lang="en-US" dirty="0"/>
          </a:p>
        </p:txBody>
      </p:sp>
      <p:sp>
        <p:nvSpPr>
          <p:cNvPr id="6" name="Footer Placeholder 4"/>
          <p:cNvSpPr txBox="1"/>
          <p:nvPr userDrawn="1"/>
        </p:nvSpPr>
        <p:spPr>
          <a:xfrm>
            <a:off x="3188293" y="6526111"/>
            <a:ext cx="5943203" cy="365125"/>
          </a:xfrm>
          <a:prstGeom prst="rect">
            <a:avLst/>
          </a:prstGeom>
        </p:spPr>
        <p:txBody>
          <a:bodyPr vert="horz" lIns="68580" tIns="34290" rIns="68580" bIns="34290" rtlCol="0" anchor="ctr"/>
          <a:lstStyle>
            <a:defPPr>
              <a:defRPr lang="en-US"/>
            </a:defPPr>
            <a:lvl1pPr marL="0" algn="ctr" defTabSz="914400" rtl="0" eaLnBrk="1" latinLnBrk="0" hangingPunct="1">
              <a:defRPr sz="1400" kern="1200">
                <a:solidFill>
                  <a:srgbClr val="740F6C"/>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685800" rtl="0" eaLnBrk="1" fontAlgn="auto" latinLnBrk="0" hangingPunct="1">
              <a:lnSpc>
                <a:spcPct val="100000"/>
              </a:lnSpc>
              <a:spcBef>
                <a:spcPts val="0"/>
              </a:spcBef>
              <a:spcAft>
                <a:spcPts val="0"/>
              </a:spcAft>
              <a:buClrTx/>
              <a:buSzTx/>
              <a:buFontTx/>
              <a:buNone/>
              <a:defRPr/>
            </a:pPr>
            <a:endParaRPr lang="en-US" sz="1200" dirty="0">
              <a:latin typeface="Candara" panose="020E0502030303020204" pitchFamily="34" charset="0"/>
            </a:endParaRPr>
          </a:p>
        </p:txBody>
      </p:sp>
      <p:sp>
        <p:nvSpPr>
          <p:cNvPr id="7" name="Content Placeholder 2"/>
          <p:cNvSpPr>
            <a:spLocks noGrp="1"/>
          </p:cNvSpPr>
          <p:nvPr>
            <p:ph idx="10"/>
          </p:nvPr>
        </p:nvSpPr>
        <p:spPr>
          <a:xfrm>
            <a:off x="321365" y="6291353"/>
            <a:ext cx="11467512" cy="259752"/>
          </a:xfrm>
        </p:spPr>
        <p:txBody>
          <a:bodyPr>
            <a:noAutofit/>
          </a:bodyPr>
          <a:lstStyle>
            <a:lvl1pPr marL="0" indent="0">
              <a:buNone/>
              <a:defRPr sz="900"/>
            </a:lvl1pPr>
          </a:lstStyle>
          <a:p>
            <a:pPr lvl="0"/>
            <a:r>
              <a:rPr lang="en-US" altLang="zh-CN" dirty="0"/>
              <a:t>Click to edit Master text styles</a:t>
            </a:r>
          </a:p>
        </p:txBody>
      </p:sp>
      <p:sp>
        <p:nvSpPr>
          <p:cNvPr id="9" name="AutoShape 2"/>
          <p:cNvSpPr>
            <a:spLocks noChangeAspect="1" noChangeArrowheads="1"/>
          </p:cNvSpPr>
          <p:nvPr userDrawn="1"/>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lstStyle/>
          <a:p>
            <a:endParaRPr lang="en-US" sz="135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4" name="矩形 9"/>
          <p:cNvSpPr/>
          <p:nvPr userDrawn="1"/>
        </p:nvSpPr>
        <p:spPr>
          <a:xfrm>
            <a:off x="0" y="-2363"/>
            <a:ext cx="12192000" cy="669851"/>
          </a:xfrm>
          <a:prstGeom prst="rect">
            <a:avLst/>
          </a:prstGeom>
          <a:solidFill>
            <a:srgbClr val="F0F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2" name="Title 1"/>
          <p:cNvSpPr>
            <a:spLocks noGrp="1"/>
          </p:cNvSpPr>
          <p:nvPr>
            <p:ph type="title"/>
          </p:nvPr>
        </p:nvSpPr>
        <p:spPr>
          <a:xfrm>
            <a:off x="300093" y="-7385"/>
            <a:ext cx="10672707" cy="668545"/>
          </a:xfrm>
        </p:spPr>
        <p:txBody>
          <a:bodyPr>
            <a:normAutofit/>
          </a:bodyPr>
          <a:lstStyle>
            <a:lvl1pPr>
              <a:defRPr sz="3000">
                <a:solidFill>
                  <a:srgbClr val="064C85"/>
                </a:solidFill>
                <a:latin typeface="Candara" panose="020E0502030303020204" pitchFamily="34" charset="0"/>
                <a:ea typeface="Microsoft YaHei UI" panose="020B0503020204020204" pitchFamily="34" charset="-122"/>
              </a:defRPr>
            </a:lvl1pPr>
          </a:lstStyle>
          <a:p>
            <a:r>
              <a:rPr lang="en-US" altLang="zh-CN" dirty="0"/>
              <a:t>Click to edit Master title style</a:t>
            </a:r>
            <a:endParaRPr lang="en-US" dirty="0"/>
          </a:p>
        </p:txBody>
      </p:sp>
      <p:sp>
        <p:nvSpPr>
          <p:cNvPr id="3" name="Content Placeholder 2"/>
          <p:cNvSpPr>
            <a:spLocks noGrp="1"/>
          </p:cNvSpPr>
          <p:nvPr>
            <p:ph idx="1"/>
          </p:nvPr>
        </p:nvSpPr>
        <p:spPr>
          <a:xfrm>
            <a:off x="321365" y="950981"/>
            <a:ext cx="11467512" cy="5310302"/>
          </a:xfrm>
        </p:spPr>
        <p:txBody>
          <a:bodyPr/>
          <a:lstStyle>
            <a:lvl1pPr>
              <a:defRPr>
                <a:latin typeface="Candara" panose="020E0502030303020204" pitchFamily="34" charset="0"/>
                <a:ea typeface="Microsoft YaHei UI" panose="020B0503020204020204" pitchFamily="34" charset="-122"/>
              </a:defRPr>
            </a:lvl1pPr>
            <a:lvl2pPr>
              <a:defRPr>
                <a:latin typeface="Candara" panose="020E0502030303020204" pitchFamily="34" charset="0"/>
                <a:ea typeface="Microsoft YaHei UI" panose="020B0503020204020204" pitchFamily="34" charset="-122"/>
              </a:defRPr>
            </a:lvl2pPr>
            <a:lvl3pPr>
              <a:defRPr>
                <a:latin typeface="Candara" panose="020E0502030303020204" pitchFamily="34" charset="0"/>
                <a:ea typeface="Microsoft YaHei UI" panose="020B0503020204020204" pitchFamily="34" charset="-122"/>
              </a:defRPr>
            </a:lvl3pPr>
            <a:lvl4pPr>
              <a:defRPr>
                <a:latin typeface="Candara" panose="020E0502030303020204" pitchFamily="34" charset="0"/>
                <a:ea typeface="Microsoft YaHei UI" panose="020B0503020204020204" pitchFamily="34" charset="-122"/>
              </a:defRPr>
            </a:lvl4pPr>
            <a:lvl5pPr>
              <a:defRPr>
                <a:latin typeface="Candara" panose="020E0502030303020204" pitchFamily="34" charset="0"/>
                <a:ea typeface="Microsoft YaHei UI" panose="020B0503020204020204" pitchFamily="34" charset="-122"/>
              </a:defRPr>
            </a:lvl5pPr>
          </a:lstStyle>
          <a:p>
            <a:pPr lvl="0"/>
            <a:r>
              <a:rPr lang="en-US" altLang="zh-CN" dirty="0"/>
              <a:t>Click to edit Master text styles</a:t>
            </a:r>
          </a:p>
          <a:p>
            <a:pPr lvl="1"/>
            <a:r>
              <a:rPr lang="en-US" altLang="zh-CN" dirty="0"/>
              <a:t>Second level</a:t>
            </a:r>
          </a:p>
          <a:p>
            <a:pPr lvl="2"/>
            <a:r>
              <a:rPr lang="en-US" altLang="zh-CN" dirty="0"/>
              <a:t>Third level</a:t>
            </a:r>
          </a:p>
          <a:p>
            <a:pPr lvl="3"/>
            <a:r>
              <a:rPr lang="en-US" altLang="zh-CN" dirty="0"/>
              <a:t>Fourth level</a:t>
            </a:r>
          </a:p>
          <a:p>
            <a:pPr lvl="4"/>
            <a:r>
              <a:rPr lang="en-US" altLang="zh-CN" dirty="0"/>
              <a:t>Fifth level</a:t>
            </a:r>
            <a:endParaRPr lang="en-US" dirty="0"/>
          </a:p>
        </p:txBody>
      </p:sp>
      <p:sp>
        <p:nvSpPr>
          <p:cNvPr id="6" name="Footer Placeholder 4"/>
          <p:cNvSpPr txBox="1"/>
          <p:nvPr userDrawn="1"/>
        </p:nvSpPr>
        <p:spPr>
          <a:xfrm>
            <a:off x="3188293" y="6526111"/>
            <a:ext cx="5943203" cy="365125"/>
          </a:xfrm>
          <a:prstGeom prst="rect">
            <a:avLst/>
          </a:prstGeom>
        </p:spPr>
        <p:txBody>
          <a:bodyPr vert="horz" lIns="68580" tIns="34290" rIns="68580" bIns="34290" rtlCol="0" anchor="ctr"/>
          <a:lstStyle>
            <a:defPPr>
              <a:defRPr lang="en-US"/>
            </a:defPPr>
            <a:lvl1pPr marL="0" algn="ctr" defTabSz="914400" rtl="0" eaLnBrk="1" latinLnBrk="0" hangingPunct="1">
              <a:defRPr sz="1400" kern="1200">
                <a:solidFill>
                  <a:srgbClr val="740F6C"/>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lvl="0" indent="0" algn="ctr" defTabSz="685800" rtl="0" eaLnBrk="1" fontAlgn="auto" latinLnBrk="0" hangingPunct="1">
              <a:lnSpc>
                <a:spcPct val="100000"/>
              </a:lnSpc>
              <a:spcBef>
                <a:spcPts val="0"/>
              </a:spcBef>
              <a:spcAft>
                <a:spcPts val="0"/>
              </a:spcAft>
              <a:buClrTx/>
              <a:buSzTx/>
              <a:buFontTx/>
              <a:buNone/>
              <a:defRPr/>
            </a:pPr>
            <a:endParaRPr lang="en-US" sz="1200" dirty="0">
              <a:latin typeface="Candara" panose="020E0502030303020204" pitchFamily="34" charset="0"/>
            </a:endParaRPr>
          </a:p>
        </p:txBody>
      </p:sp>
      <p:sp>
        <p:nvSpPr>
          <p:cNvPr id="7" name="Content Placeholder 2"/>
          <p:cNvSpPr>
            <a:spLocks noGrp="1"/>
          </p:cNvSpPr>
          <p:nvPr>
            <p:ph idx="10"/>
          </p:nvPr>
        </p:nvSpPr>
        <p:spPr>
          <a:xfrm>
            <a:off x="321365" y="6291353"/>
            <a:ext cx="11467512" cy="259752"/>
          </a:xfrm>
        </p:spPr>
        <p:txBody>
          <a:bodyPr>
            <a:noAutofit/>
          </a:bodyPr>
          <a:lstStyle>
            <a:lvl1pPr marL="0" indent="0">
              <a:buNone/>
              <a:defRPr sz="900"/>
            </a:lvl1pPr>
          </a:lstStyle>
          <a:p>
            <a:pPr lvl="0"/>
            <a:r>
              <a:rPr lang="en-US" altLang="zh-CN" dirty="0"/>
              <a:t>Click to edit Master text styles</a:t>
            </a:r>
          </a:p>
        </p:txBody>
      </p:sp>
      <p:sp>
        <p:nvSpPr>
          <p:cNvPr id="9" name="AutoShape 2"/>
          <p:cNvSpPr>
            <a:spLocks noChangeAspect="1" noChangeArrowheads="1"/>
          </p:cNvSpPr>
          <p:nvPr userDrawn="1"/>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8580" tIns="34290" rIns="68580" bIns="34290" numCol="1" anchor="t" anchorCtr="0" compatLnSpc="1"/>
          <a:lstStyle/>
          <a:p>
            <a:endParaRPr lang="en-US" sz="135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4.xml"/><Relationship Id="rId1" Type="http://schemas.openxmlformats.org/officeDocument/2006/relationships/slideLayout" Target="../slideLayouts/slideLayout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6"/>
            <a:ext cx="10515600" cy="1325563"/>
          </a:xfrm>
          <a:prstGeom prst="rect">
            <a:avLst/>
          </a:prstGeom>
        </p:spPr>
        <p:txBody>
          <a:bodyPr vert="horz" lIns="91440" tIns="45720" rIns="91440" bIns="45720" rtlCol="0" anchor="ctr">
            <a:normAutofit/>
          </a:bodyPr>
          <a:lstStyle/>
          <a:p>
            <a:r>
              <a:rPr lang="zh-CN" altLang="en-US" dirty="0"/>
              <a:t>单击此处编辑母版标题样式</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sp>
        <p:nvSpPr>
          <p:cNvPr id="7" name="矩形 6"/>
          <p:cNvSpPr/>
          <p:nvPr userDrawn="1"/>
        </p:nvSpPr>
        <p:spPr>
          <a:xfrm>
            <a:off x="0" y="6569825"/>
            <a:ext cx="3196607" cy="288175"/>
          </a:xfrm>
          <a:prstGeom prst="rect">
            <a:avLst/>
          </a:prstGeom>
          <a:solidFill>
            <a:srgbClr val="064C8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dirty="0"/>
          </a:p>
        </p:txBody>
      </p:sp>
      <p:sp>
        <p:nvSpPr>
          <p:cNvPr id="8" name="矩形 7"/>
          <p:cNvSpPr/>
          <p:nvPr userDrawn="1"/>
        </p:nvSpPr>
        <p:spPr>
          <a:xfrm>
            <a:off x="3196607" y="6569825"/>
            <a:ext cx="5943203" cy="288175"/>
          </a:xfrm>
          <a:prstGeom prst="rect">
            <a:avLst/>
          </a:prstGeom>
          <a:solidFill>
            <a:srgbClr val="F0F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b="0" dirty="0" err="1">
                <a:solidFill>
                  <a:srgbClr val="064C85"/>
                </a:solidFill>
                <a:latin typeface="Arial" panose="020B0604020202090204" pitchFamily="34" charset="0"/>
                <a:cs typeface="Arial" panose="020B0604020202090204" pitchFamily="34" charset="0"/>
              </a:rPr>
              <a:t>SmartMem</a:t>
            </a:r>
            <a:r>
              <a:rPr lang="en-US" altLang="zh-CN" sz="1400" b="0" dirty="0">
                <a:solidFill>
                  <a:srgbClr val="064C85"/>
                </a:solidFill>
                <a:latin typeface="Arial" panose="020B0604020202090204" pitchFamily="34" charset="0"/>
                <a:cs typeface="Arial" panose="020B0604020202090204" pitchFamily="34" charset="0"/>
              </a:rPr>
              <a:t> Competition </a:t>
            </a:r>
          </a:p>
        </p:txBody>
      </p:sp>
      <p:sp>
        <p:nvSpPr>
          <p:cNvPr id="9" name="矩形 8"/>
          <p:cNvSpPr/>
          <p:nvPr userDrawn="1"/>
        </p:nvSpPr>
        <p:spPr>
          <a:xfrm>
            <a:off x="9139810" y="6569825"/>
            <a:ext cx="3052189" cy="304800"/>
          </a:xfrm>
          <a:prstGeom prst="rect">
            <a:avLst/>
          </a:prstGeom>
          <a:solidFill>
            <a:srgbClr val="D9D9D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0" name="Slide Number Placeholder 5"/>
          <p:cNvSpPr txBox="1"/>
          <p:nvPr userDrawn="1"/>
        </p:nvSpPr>
        <p:spPr>
          <a:xfrm>
            <a:off x="9212945" y="6526920"/>
            <a:ext cx="2743200" cy="365125"/>
          </a:xfrm>
          <a:prstGeom prst="rect">
            <a:avLst/>
          </a:prstGeom>
        </p:spPr>
        <p:txBody>
          <a:bodyPr vert="horz" lIns="68580" tIns="34290" rIns="68580" bIns="34290" rtlCol="0" anchor="ctr"/>
          <a:lstStyle>
            <a:defPPr>
              <a:defRPr lang="en-US"/>
            </a:defPPr>
            <a:lvl1pPr marL="0" algn="ctr" defTabSz="914400" rtl="0" eaLnBrk="1" latinLnBrk="0" hangingPunct="1">
              <a:defRPr sz="1400" b="0" kern="1200">
                <a:solidFill>
                  <a:srgbClr val="740F6C"/>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400" baseline="0" dirty="0">
                <a:solidFill>
                  <a:srgbClr val="064C85"/>
                </a:solidFill>
                <a:latin typeface="Candara" panose="020E0502030303020204" pitchFamily="34" charset="0"/>
              </a:rPr>
              <a:t>Page </a:t>
            </a:r>
            <a:fld id="{021F6442-7586-9541-B2EE-92373E6CA02B}" type="slidenum">
              <a:rPr lang="en-US" sz="1400" smtClean="0">
                <a:solidFill>
                  <a:srgbClr val="064C85"/>
                </a:solidFill>
                <a:latin typeface="Candara" panose="020E0502030303020204" pitchFamily="34" charset="0"/>
              </a:rPr>
              <a:t>‹#›</a:t>
            </a:fld>
            <a:r>
              <a:rPr lang="en-US" sz="1400" dirty="0">
                <a:solidFill>
                  <a:srgbClr val="064C85"/>
                </a:solidFill>
                <a:latin typeface="Candara" panose="020E0502030303020204" pitchFamily="34" charset="0"/>
              </a:rPr>
              <a:t> </a:t>
            </a:r>
          </a:p>
        </p:txBody>
      </p:sp>
      <p:sp>
        <p:nvSpPr>
          <p:cNvPr id="12" name="Date Placeholder 3"/>
          <p:cNvSpPr txBox="1"/>
          <p:nvPr userDrawn="1"/>
        </p:nvSpPr>
        <p:spPr>
          <a:xfrm>
            <a:off x="217553" y="6526919"/>
            <a:ext cx="2743200" cy="365125"/>
          </a:xfrm>
          <a:prstGeom prst="rect">
            <a:avLst/>
          </a:prstGeom>
        </p:spPr>
        <p:txBody>
          <a:bodyPr vert="horz" lIns="68580" tIns="34290" rIns="68580" bIns="34290" rtlCol="0" anchor="ctr"/>
          <a:lstStyle>
            <a:defPPr>
              <a:defRPr lang="en-US"/>
            </a:defPPr>
            <a:lvl1pPr marL="0" algn="ctr" defTabSz="914400" rtl="0" eaLnBrk="1" latinLnBrk="0" hangingPunct="1">
              <a:defRPr sz="14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indent="0" algn="ctr" defTabSz="914400" rtl="0" eaLnBrk="1" fontAlgn="auto" latinLnBrk="0" hangingPunct="1">
              <a:lnSpc>
                <a:spcPct val="100000"/>
              </a:lnSpc>
              <a:spcBef>
                <a:spcPts val="0"/>
              </a:spcBef>
              <a:spcAft>
                <a:spcPts val="0"/>
              </a:spcAft>
              <a:buClrTx/>
              <a:buSzTx/>
              <a:buFontTx/>
              <a:buNone/>
              <a:defRPr/>
            </a:pPr>
            <a:r>
              <a:rPr lang="en-US" sz="1400" b="0" i="0" dirty="0">
                <a:solidFill>
                  <a:schemeClr val="bg1"/>
                </a:solidFill>
                <a:effectLst/>
                <a:latin typeface="Arial" panose="020B0604020202090204" pitchFamily="34" charset="0"/>
                <a:cs typeface="Arial" panose="020B0604020202090204" pitchFamily="34" charset="0"/>
              </a:rPr>
              <a:t>WWW 2025, Sydney, Australia</a:t>
            </a:r>
            <a:endParaRPr lang="en-US" sz="1100" dirty="0">
              <a:solidFill>
                <a:schemeClr val="bg1"/>
              </a:solidFill>
              <a:latin typeface="Arial" panose="020B0604020202090204" pitchFamily="34" charset="0"/>
              <a:cs typeface="Arial" panose="020B0604020202090204" pitchFamily="34" charset="0"/>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hdr="0" ftr="0" dt="0"/>
  <p:txStyles>
    <p:titleStyle>
      <a:lvl1pPr algn="l" defTabSz="685800" rtl="0" eaLnBrk="1" latinLnBrk="0" hangingPunct="1">
        <a:lnSpc>
          <a:spcPct val="90000"/>
        </a:lnSpc>
        <a:spcBef>
          <a:spcPct val="0"/>
        </a:spcBef>
        <a:buNone/>
        <a:defRPr sz="3300" kern="1200">
          <a:solidFill>
            <a:schemeClr val="tx1"/>
          </a:solidFill>
          <a:latin typeface="Candara" panose="020E0502030303020204" pitchFamily="34" charset="0"/>
          <a:ea typeface="+mj-ea"/>
          <a:cs typeface="+mj-cs"/>
        </a:defRPr>
      </a:lvl1pPr>
    </p:titleStyle>
    <p:bodyStyle>
      <a:lvl1pPr marL="171450" indent="-171450" algn="l" defTabSz="685800" rtl="0" eaLnBrk="1" latinLnBrk="0" hangingPunct="1">
        <a:lnSpc>
          <a:spcPct val="90000"/>
        </a:lnSpc>
        <a:spcBef>
          <a:spcPts val="750"/>
        </a:spcBef>
        <a:buFont typeface="Arial" panose="020B0604020202090204" pitchFamily="34" charset="0"/>
        <a:buChar char="•"/>
        <a:defRPr sz="2100" kern="1200">
          <a:solidFill>
            <a:schemeClr val="tx1"/>
          </a:solidFill>
          <a:latin typeface="Candara" panose="020E0502030303020204" pitchFamily="34" charset="0"/>
          <a:ea typeface="+mn-ea"/>
          <a:cs typeface="+mn-cs"/>
        </a:defRPr>
      </a:lvl1pPr>
      <a:lvl2pPr marL="514350" indent="-171450" algn="l" defTabSz="685800" rtl="0" eaLnBrk="1" latinLnBrk="0" hangingPunct="1">
        <a:lnSpc>
          <a:spcPct val="90000"/>
        </a:lnSpc>
        <a:spcBef>
          <a:spcPts val="375"/>
        </a:spcBef>
        <a:buFont typeface="Arial" panose="020B0604020202090204" pitchFamily="34" charset="0"/>
        <a:buChar char="•"/>
        <a:defRPr sz="1800" kern="1200">
          <a:solidFill>
            <a:schemeClr val="tx1"/>
          </a:solidFill>
          <a:latin typeface="Candara" panose="020E0502030303020204" pitchFamily="34" charset="0"/>
          <a:ea typeface="+mn-ea"/>
          <a:cs typeface="+mn-cs"/>
        </a:defRPr>
      </a:lvl2pPr>
      <a:lvl3pPr marL="857250" indent="-171450" algn="l" defTabSz="685800" rtl="0" eaLnBrk="1" latinLnBrk="0" hangingPunct="1">
        <a:lnSpc>
          <a:spcPct val="90000"/>
        </a:lnSpc>
        <a:spcBef>
          <a:spcPts val="375"/>
        </a:spcBef>
        <a:buFont typeface="Arial" panose="020B0604020202090204" pitchFamily="34" charset="0"/>
        <a:buChar char="•"/>
        <a:defRPr sz="1500" kern="1200">
          <a:solidFill>
            <a:schemeClr val="tx1"/>
          </a:solidFill>
          <a:latin typeface="Candara" panose="020E0502030303020204" pitchFamily="34" charset="0"/>
          <a:ea typeface="+mn-ea"/>
          <a:cs typeface="+mn-cs"/>
        </a:defRPr>
      </a:lvl3pPr>
      <a:lvl4pPr marL="1200150" indent="-171450" algn="l" defTabSz="685800" rtl="0" eaLnBrk="1" latinLnBrk="0" hangingPunct="1">
        <a:lnSpc>
          <a:spcPct val="90000"/>
        </a:lnSpc>
        <a:spcBef>
          <a:spcPts val="375"/>
        </a:spcBef>
        <a:buFont typeface="Arial" panose="020B0604020202090204" pitchFamily="34" charset="0"/>
        <a:buChar char="•"/>
        <a:defRPr sz="1350" kern="1200">
          <a:solidFill>
            <a:schemeClr val="tx1"/>
          </a:solidFill>
          <a:latin typeface="Candara" panose="020E0502030303020204" pitchFamily="34" charset="0"/>
          <a:ea typeface="+mn-ea"/>
          <a:cs typeface="+mn-cs"/>
        </a:defRPr>
      </a:lvl4pPr>
      <a:lvl5pPr marL="1543050" indent="-171450" algn="l" defTabSz="685800" rtl="0" eaLnBrk="1" latinLnBrk="0" hangingPunct="1">
        <a:lnSpc>
          <a:spcPct val="90000"/>
        </a:lnSpc>
        <a:spcBef>
          <a:spcPts val="375"/>
        </a:spcBef>
        <a:buFont typeface="Arial" panose="020B0604020202090204" pitchFamily="34" charset="0"/>
        <a:buChar char="•"/>
        <a:defRPr sz="1350" kern="1200">
          <a:solidFill>
            <a:schemeClr val="tx1"/>
          </a:solidFill>
          <a:latin typeface="Candara" panose="020E0502030303020204" pitchFamily="34" charset="0"/>
          <a:ea typeface="+mn-ea"/>
          <a:cs typeface="+mn-cs"/>
        </a:defRPr>
      </a:lvl5pPr>
      <a:lvl6pPr marL="1885950" indent="-171450" algn="l" defTabSz="685800" rtl="0" eaLnBrk="1" latinLnBrk="0" hangingPunct="1">
        <a:lnSpc>
          <a:spcPct val="90000"/>
        </a:lnSpc>
        <a:spcBef>
          <a:spcPts val="375"/>
        </a:spcBef>
        <a:buFont typeface="Arial" panose="020B060402020209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9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9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9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6"/>
            <a:ext cx="10515600" cy="1325563"/>
          </a:xfrm>
          <a:prstGeom prst="rect">
            <a:avLst/>
          </a:prstGeom>
        </p:spPr>
        <p:txBody>
          <a:bodyPr vert="horz" lIns="91440" tIns="45720" rIns="91440" bIns="45720" rtlCol="0" anchor="ctr">
            <a:normAutofit/>
          </a:bodyPr>
          <a:lstStyle/>
          <a:p>
            <a:r>
              <a:rPr lang="zh-CN" altLang="en-US" dirty="0"/>
              <a:t>单击此处编辑母版标题样式</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sp>
        <p:nvSpPr>
          <p:cNvPr id="7" name="矩形 6"/>
          <p:cNvSpPr/>
          <p:nvPr userDrawn="1"/>
        </p:nvSpPr>
        <p:spPr>
          <a:xfrm>
            <a:off x="0" y="6569825"/>
            <a:ext cx="3196607" cy="288175"/>
          </a:xfrm>
          <a:prstGeom prst="rect">
            <a:avLst/>
          </a:prstGeom>
          <a:solidFill>
            <a:srgbClr val="064C8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dirty="0"/>
          </a:p>
        </p:txBody>
      </p:sp>
      <p:sp>
        <p:nvSpPr>
          <p:cNvPr id="8" name="矩形 7"/>
          <p:cNvSpPr/>
          <p:nvPr userDrawn="1"/>
        </p:nvSpPr>
        <p:spPr>
          <a:xfrm>
            <a:off x="3196607" y="6569825"/>
            <a:ext cx="5943203" cy="288175"/>
          </a:xfrm>
          <a:prstGeom prst="rect">
            <a:avLst/>
          </a:prstGeom>
          <a:solidFill>
            <a:srgbClr val="F0F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b="0" dirty="0" err="1">
                <a:solidFill>
                  <a:srgbClr val="064C85"/>
                </a:solidFill>
                <a:latin typeface="Arial" panose="020B0604020202090204" pitchFamily="34" charset="0"/>
                <a:cs typeface="Arial" panose="020B0604020202090204" pitchFamily="34" charset="0"/>
              </a:rPr>
              <a:t>SmartMem</a:t>
            </a:r>
            <a:r>
              <a:rPr lang="en-US" altLang="zh-CN" sz="1400" b="0" dirty="0">
                <a:solidFill>
                  <a:srgbClr val="064C85"/>
                </a:solidFill>
                <a:latin typeface="Arial" panose="020B0604020202090204" pitchFamily="34" charset="0"/>
                <a:cs typeface="Arial" panose="020B0604020202090204" pitchFamily="34" charset="0"/>
              </a:rPr>
              <a:t> Competition </a:t>
            </a:r>
          </a:p>
        </p:txBody>
      </p:sp>
      <p:sp>
        <p:nvSpPr>
          <p:cNvPr id="9" name="矩形 8"/>
          <p:cNvSpPr/>
          <p:nvPr userDrawn="1"/>
        </p:nvSpPr>
        <p:spPr>
          <a:xfrm>
            <a:off x="9139810" y="6569825"/>
            <a:ext cx="3052189" cy="304800"/>
          </a:xfrm>
          <a:prstGeom prst="rect">
            <a:avLst/>
          </a:prstGeom>
          <a:solidFill>
            <a:srgbClr val="D9D9D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350"/>
          </a:p>
        </p:txBody>
      </p:sp>
      <p:sp>
        <p:nvSpPr>
          <p:cNvPr id="10" name="Slide Number Placeholder 5"/>
          <p:cNvSpPr txBox="1"/>
          <p:nvPr userDrawn="1"/>
        </p:nvSpPr>
        <p:spPr>
          <a:xfrm>
            <a:off x="9212945" y="6526920"/>
            <a:ext cx="2743200" cy="365125"/>
          </a:xfrm>
          <a:prstGeom prst="rect">
            <a:avLst/>
          </a:prstGeom>
        </p:spPr>
        <p:txBody>
          <a:bodyPr vert="horz" lIns="68580" tIns="34290" rIns="68580" bIns="34290" rtlCol="0" anchor="ctr"/>
          <a:lstStyle>
            <a:defPPr>
              <a:defRPr lang="en-US"/>
            </a:defPPr>
            <a:lvl1pPr marL="0" algn="ctr" defTabSz="914400" rtl="0" eaLnBrk="1" latinLnBrk="0" hangingPunct="1">
              <a:defRPr sz="1400" b="0" kern="1200">
                <a:solidFill>
                  <a:srgbClr val="740F6C"/>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400" baseline="0" dirty="0">
                <a:solidFill>
                  <a:srgbClr val="064C85"/>
                </a:solidFill>
                <a:latin typeface="Candara" panose="020E0502030303020204" pitchFamily="34" charset="0"/>
              </a:rPr>
              <a:t>Page </a:t>
            </a:r>
            <a:fld id="{021F6442-7586-9541-B2EE-92373E6CA02B}" type="slidenum">
              <a:rPr lang="en-US" sz="1400" smtClean="0">
                <a:solidFill>
                  <a:srgbClr val="064C85"/>
                </a:solidFill>
                <a:latin typeface="Candara" panose="020E0502030303020204" pitchFamily="34" charset="0"/>
              </a:rPr>
              <a:t>‹#›</a:t>
            </a:fld>
            <a:r>
              <a:rPr lang="en-US" sz="1400" dirty="0">
                <a:solidFill>
                  <a:srgbClr val="064C85"/>
                </a:solidFill>
                <a:latin typeface="Candara" panose="020E0502030303020204" pitchFamily="34" charset="0"/>
              </a:rPr>
              <a:t> </a:t>
            </a:r>
          </a:p>
        </p:txBody>
      </p:sp>
      <p:sp>
        <p:nvSpPr>
          <p:cNvPr id="12" name="Date Placeholder 3"/>
          <p:cNvSpPr txBox="1"/>
          <p:nvPr userDrawn="1"/>
        </p:nvSpPr>
        <p:spPr>
          <a:xfrm>
            <a:off x="217553" y="6526919"/>
            <a:ext cx="2743200" cy="365125"/>
          </a:xfrm>
          <a:prstGeom prst="rect">
            <a:avLst/>
          </a:prstGeom>
        </p:spPr>
        <p:txBody>
          <a:bodyPr vert="horz" lIns="68580" tIns="34290" rIns="68580" bIns="34290" rtlCol="0" anchor="ctr"/>
          <a:lstStyle>
            <a:defPPr>
              <a:defRPr lang="en-US"/>
            </a:defPPr>
            <a:lvl1pPr marL="0" algn="ctr" defTabSz="914400" rtl="0" eaLnBrk="1" latinLnBrk="0" hangingPunct="1">
              <a:defRPr sz="14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0" marR="0" indent="0" algn="ctr" defTabSz="914400" rtl="0" eaLnBrk="1" fontAlgn="auto" latinLnBrk="0" hangingPunct="1">
              <a:lnSpc>
                <a:spcPct val="100000"/>
              </a:lnSpc>
              <a:spcBef>
                <a:spcPts val="0"/>
              </a:spcBef>
              <a:spcAft>
                <a:spcPts val="0"/>
              </a:spcAft>
              <a:buClrTx/>
              <a:buSzTx/>
              <a:buFontTx/>
              <a:buNone/>
              <a:defRPr/>
            </a:pPr>
            <a:r>
              <a:rPr lang="en-US" sz="1400" b="0" i="0" dirty="0">
                <a:solidFill>
                  <a:schemeClr val="bg1"/>
                </a:solidFill>
                <a:effectLst/>
                <a:latin typeface="Arial" panose="020B0604020202090204" pitchFamily="34" charset="0"/>
                <a:cs typeface="Arial" panose="020B0604020202090204" pitchFamily="34" charset="0"/>
              </a:rPr>
              <a:t>WWW 2025, Sydney, Australia</a:t>
            </a:r>
            <a:endParaRPr lang="en-US" sz="1100" dirty="0">
              <a:solidFill>
                <a:schemeClr val="bg1"/>
              </a:solidFill>
              <a:latin typeface="Arial" panose="020B0604020202090204" pitchFamily="34" charset="0"/>
              <a:cs typeface="Arial" panose="020B0604020202090204" pitchFamily="34" charset="0"/>
            </a:endParaRPr>
          </a:p>
        </p:txBody>
      </p:sp>
    </p:spTree>
  </p:cSld>
  <p:clrMap bg1="lt1" tx1="dk1" bg2="lt2" tx2="dk2" accent1="accent1" accent2="accent2" accent3="accent3" accent4="accent4" accent5="accent5" accent6="accent6" hlink="hlink" folHlink="folHlink"/>
  <p:sldLayoutIdLst>
    <p:sldLayoutId id="2147483652" r:id="rId1"/>
    <p:sldLayoutId id="2147483653" r:id="rId2"/>
  </p:sldLayoutIdLst>
  <p:hf hdr="0" ftr="0" dt="0"/>
  <p:txStyles>
    <p:titleStyle>
      <a:lvl1pPr algn="l" defTabSz="685800" rtl="0" eaLnBrk="1" latinLnBrk="0" hangingPunct="1">
        <a:lnSpc>
          <a:spcPct val="90000"/>
        </a:lnSpc>
        <a:spcBef>
          <a:spcPct val="0"/>
        </a:spcBef>
        <a:buNone/>
        <a:defRPr sz="3300" kern="1200">
          <a:solidFill>
            <a:schemeClr val="tx1"/>
          </a:solidFill>
          <a:latin typeface="Candara" panose="020E0502030303020204" pitchFamily="34" charset="0"/>
          <a:ea typeface="+mj-ea"/>
          <a:cs typeface="+mj-cs"/>
        </a:defRPr>
      </a:lvl1pPr>
    </p:titleStyle>
    <p:bodyStyle>
      <a:lvl1pPr marL="171450" indent="-171450" algn="l" defTabSz="685800" rtl="0" eaLnBrk="1" latinLnBrk="0" hangingPunct="1">
        <a:lnSpc>
          <a:spcPct val="90000"/>
        </a:lnSpc>
        <a:spcBef>
          <a:spcPts val="750"/>
        </a:spcBef>
        <a:buFont typeface="Arial" panose="020B0604020202090204" pitchFamily="34" charset="0"/>
        <a:buChar char="•"/>
        <a:defRPr sz="2100" kern="1200">
          <a:solidFill>
            <a:schemeClr val="tx1"/>
          </a:solidFill>
          <a:latin typeface="Candara" panose="020E0502030303020204" pitchFamily="34" charset="0"/>
          <a:ea typeface="+mn-ea"/>
          <a:cs typeface="+mn-cs"/>
        </a:defRPr>
      </a:lvl1pPr>
      <a:lvl2pPr marL="514350" indent="-171450" algn="l" defTabSz="685800" rtl="0" eaLnBrk="1" latinLnBrk="0" hangingPunct="1">
        <a:lnSpc>
          <a:spcPct val="90000"/>
        </a:lnSpc>
        <a:spcBef>
          <a:spcPts val="375"/>
        </a:spcBef>
        <a:buFont typeface="Arial" panose="020B0604020202090204" pitchFamily="34" charset="0"/>
        <a:buChar char="•"/>
        <a:defRPr sz="1800" kern="1200">
          <a:solidFill>
            <a:schemeClr val="tx1"/>
          </a:solidFill>
          <a:latin typeface="Candara" panose="020E0502030303020204" pitchFamily="34" charset="0"/>
          <a:ea typeface="+mn-ea"/>
          <a:cs typeface="+mn-cs"/>
        </a:defRPr>
      </a:lvl2pPr>
      <a:lvl3pPr marL="857250" indent="-171450" algn="l" defTabSz="685800" rtl="0" eaLnBrk="1" latinLnBrk="0" hangingPunct="1">
        <a:lnSpc>
          <a:spcPct val="90000"/>
        </a:lnSpc>
        <a:spcBef>
          <a:spcPts val="375"/>
        </a:spcBef>
        <a:buFont typeface="Arial" panose="020B0604020202090204" pitchFamily="34" charset="0"/>
        <a:buChar char="•"/>
        <a:defRPr sz="1500" kern="1200">
          <a:solidFill>
            <a:schemeClr val="tx1"/>
          </a:solidFill>
          <a:latin typeface="Candara" panose="020E0502030303020204" pitchFamily="34" charset="0"/>
          <a:ea typeface="+mn-ea"/>
          <a:cs typeface="+mn-cs"/>
        </a:defRPr>
      </a:lvl3pPr>
      <a:lvl4pPr marL="1200150" indent="-171450" algn="l" defTabSz="685800" rtl="0" eaLnBrk="1" latinLnBrk="0" hangingPunct="1">
        <a:lnSpc>
          <a:spcPct val="90000"/>
        </a:lnSpc>
        <a:spcBef>
          <a:spcPts val="375"/>
        </a:spcBef>
        <a:buFont typeface="Arial" panose="020B0604020202090204" pitchFamily="34" charset="0"/>
        <a:buChar char="•"/>
        <a:defRPr sz="1350" kern="1200">
          <a:solidFill>
            <a:schemeClr val="tx1"/>
          </a:solidFill>
          <a:latin typeface="Candara" panose="020E0502030303020204" pitchFamily="34" charset="0"/>
          <a:ea typeface="+mn-ea"/>
          <a:cs typeface="+mn-cs"/>
        </a:defRPr>
      </a:lvl4pPr>
      <a:lvl5pPr marL="1543050" indent="-171450" algn="l" defTabSz="685800" rtl="0" eaLnBrk="1" latinLnBrk="0" hangingPunct="1">
        <a:lnSpc>
          <a:spcPct val="90000"/>
        </a:lnSpc>
        <a:spcBef>
          <a:spcPts val="375"/>
        </a:spcBef>
        <a:buFont typeface="Arial" panose="020B0604020202090204" pitchFamily="34" charset="0"/>
        <a:buChar char="•"/>
        <a:defRPr sz="1350" kern="1200">
          <a:solidFill>
            <a:schemeClr val="tx1"/>
          </a:solidFill>
          <a:latin typeface="Candara" panose="020E0502030303020204" pitchFamily="34" charset="0"/>
          <a:ea typeface="+mn-ea"/>
          <a:cs typeface="+mn-cs"/>
        </a:defRPr>
      </a:lvl5pPr>
      <a:lvl6pPr marL="1885950" indent="-171450" algn="l" defTabSz="685800" rtl="0" eaLnBrk="1" latinLnBrk="0" hangingPunct="1">
        <a:lnSpc>
          <a:spcPct val="90000"/>
        </a:lnSpc>
        <a:spcBef>
          <a:spcPts val="375"/>
        </a:spcBef>
        <a:buFont typeface="Arial" panose="020B060402020209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9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9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9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p:cNvPicPr>
            <a:picLocks noChangeAspect="1"/>
          </p:cNvPicPr>
          <p:nvPr/>
        </p:nvPicPr>
        <p:blipFill>
          <a:blip r:embed="rId3"/>
          <a:stretch>
            <a:fillRect/>
          </a:stretch>
        </p:blipFill>
        <p:spPr>
          <a:xfrm>
            <a:off x="0" y="-8101"/>
            <a:ext cx="12192000" cy="2856105"/>
          </a:xfrm>
          <a:prstGeom prst="rect">
            <a:avLst/>
          </a:prstGeom>
        </p:spPr>
      </p:pic>
      <p:sp>
        <p:nvSpPr>
          <p:cNvPr id="16" name="Rectangle 15"/>
          <p:cNvSpPr/>
          <p:nvPr/>
        </p:nvSpPr>
        <p:spPr>
          <a:xfrm>
            <a:off x="0" y="6540403"/>
            <a:ext cx="12192000" cy="32457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 name="副标题 2"/>
          <p:cNvSpPr txBox="1"/>
          <p:nvPr/>
        </p:nvSpPr>
        <p:spPr>
          <a:xfrm>
            <a:off x="391366" y="4103579"/>
            <a:ext cx="11108055" cy="2051826"/>
          </a:xfrm>
          <a:prstGeom prst="rect">
            <a:avLst/>
          </a:prstGeom>
        </p:spPr>
        <p:txBody>
          <a:bodyPr>
            <a:noAutofit/>
          </a:bodyPr>
          <a:lstStyle>
            <a:lvl1pPr marL="171450" indent="-171450" algn="l" defTabSz="685800" rtl="0" eaLnBrk="1" latinLnBrk="0" hangingPunct="1">
              <a:lnSpc>
                <a:spcPct val="90000"/>
              </a:lnSpc>
              <a:spcBef>
                <a:spcPts val="750"/>
              </a:spcBef>
              <a:buFont typeface="Arial" panose="020B0604020202090204" pitchFamily="34" charset="0"/>
              <a:buChar char="•"/>
              <a:defRPr sz="2100" kern="1200">
                <a:solidFill>
                  <a:schemeClr val="tx1"/>
                </a:solidFill>
                <a:latin typeface="Candara" panose="020E0502030303020204" pitchFamily="34" charset="0"/>
                <a:ea typeface="+mn-ea"/>
                <a:cs typeface="+mn-cs"/>
              </a:defRPr>
            </a:lvl1pPr>
            <a:lvl2pPr marL="514350" indent="-171450" algn="l" defTabSz="685800" rtl="0" eaLnBrk="1" latinLnBrk="0" hangingPunct="1">
              <a:lnSpc>
                <a:spcPct val="90000"/>
              </a:lnSpc>
              <a:spcBef>
                <a:spcPts val="375"/>
              </a:spcBef>
              <a:buFont typeface="Arial" panose="020B0604020202090204" pitchFamily="34" charset="0"/>
              <a:buChar char="•"/>
              <a:defRPr sz="1800" kern="1200">
                <a:solidFill>
                  <a:schemeClr val="tx1"/>
                </a:solidFill>
                <a:latin typeface="Candara" panose="020E0502030303020204" pitchFamily="34" charset="0"/>
                <a:ea typeface="+mn-ea"/>
                <a:cs typeface="+mn-cs"/>
              </a:defRPr>
            </a:lvl2pPr>
            <a:lvl3pPr marL="857250" indent="-171450" algn="l" defTabSz="685800" rtl="0" eaLnBrk="1" latinLnBrk="0" hangingPunct="1">
              <a:lnSpc>
                <a:spcPct val="90000"/>
              </a:lnSpc>
              <a:spcBef>
                <a:spcPts val="375"/>
              </a:spcBef>
              <a:buFont typeface="Arial" panose="020B0604020202090204" pitchFamily="34" charset="0"/>
              <a:buChar char="•"/>
              <a:defRPr sz="1500" kern="1200">
                <a:solidFill>
                  <a:schemeClr val="tx1"/>
                </a:solidFill>
                <a:latin typeface="Candara" panose="020E0502030303020204" pitchFamily="34" charset="0"/>
                <a:ea typeface="+mn-ea"/>
                <a:cs typeface="+mn-cs"/>
              </a:defRPr>
            </a:lvl3pPr>
            <a:lvl4pPr marL="1200150" indent="-171450" algn="l" defTabSz="685800" rtl="0" eaLnBrk="1" latinLnBrk="0" hangingPunct="1">
              <a:lnSpc>
                <a:spcPct val="90000"/>
              </a:lnSpc>
              <a:spcBef>
                <a:spcPts val="375"/>
              </a:spcBef>
              <a:buFont typeface="Arial" panose="020B0604020202090204" pitchFamily="34" charset="0"/>
              <a:buChar char="•"/>
              <a:defRPr sz="1350" kern="1200">
                <a:solidFill>
                  <a:schemeClr val="tx1"/>
                </a:solidFill>
                <a:latin typeface="Candara" panose="020E0502030303020204" pitchFamily="34" charset="0"/>
                <a:ea typeface="+mn-ea"/>
                <a:cs typeface="+mn-cs"/>
              </a:defRPr>
            </a:lvl4pPr>
            <a:lvl5pPr marL="1543050" indent="-171450" algn="l" defTabSz="685800" rtl="0" eaLnBrk="1" latinLnBrk="0" hangingPunct="1">
              <a:lnSpc>
                <a:spcPct val="90000"/>
              </a:lnSpc>
              <a:spcBef>
                <a:spcPts val="375"/>
              </a:spcBef>
              <a:buFont typeface="Arial" panose="020B0604020202090204" pitchFamily="34" charset="0"/>
              <a:buChar char="•"/>
              <a:defRPr sz="1350" kern="1200">
                <a:solidFill>
                  <a:schemeClr val="tx1"/>
                </a:solidFill>
                <a:latin typeface="Candara" panose="020E0502030303020204" pitchFamily="34" charset="0"/>
                <a:ea typeface="+mn-ea"/>
                <a:cs typeface="+mn-cs"/>
              </a:defRPr>
            </a:lvl5pPr>
            <a:lvl6pPr marL="1885950" indent="-171450" algn="l" defTabSz="685800" rtl="0" eaLnBrk="1" latinLnBrk="0" hangingPunct="1">
              <a:lnSpc>
                <a:spcPct val="90000"/>
              </a:lnSpc>
              <a:spcBef>
                <a:spcPts val="375"/>
              </a:spcBef>
              <a:buFont typeface="Arial" panose="020B060402020209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9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9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90204" pitchFamily="34" charset="0"/>
              <a:buChar char="•"/>
              <a:defRPr sz="1350" kern="1200">
                <a:solidFill>
                  <a:schemeClr val="tx1"/>
                </a:solidFill>
                <a:latin typeface="+mn-lt"/>
                <a:ea typeface="+mn-ea"/>
                <a:cs typeface="+mn-cs"/>
              </a:defRPr>
            </a:lvl9pPr>
          </a:lstStyle>
          <a:p>
            <a:pPr marL="0" indent="0" algn="ctr">
              <a:lnSpc>
                <a:spcPct val="150000"/>
              </a:lnSpc>
              <a:buNone/>
            </a:pPr>
            <a:r>
              <a:rPr lang="en-US" altLang="zh-CN" sz="1800" b="1" dirty="0">
                <a:latin typeface="Arial" panose="020B0604020202090204" pitchFamily="34" charset="0"/>
                <a:cs typeface="Arial" panose="020B0604020202090204" pitchFamily="34" charset="0"/>
              </a:rPr>
              <a:t>Team: Tilimo</a:t>
            </a:r>
          </a:p>
          <a:p>
            <a:pPr marL="0" indent="0" algn="ctr">
              <a:lnSpc>
                <a:spcPct val="150000"/>
              </a:lnSpc>
              <a:buNone/>
            </a:pPr>
            <a:r>
              <a:rPr lang="en-US" altLang="zh-CN" sz="1800" dirty="0">
                <a:latin typeface="Arial" panose="020B0604020202090204" pitchFamily="34" charset="0"/>
                <a:cs typeface="Arial" panose="020B0604020202090204" pitchFamily="34" charset="0"/>
              </a:rPr>
              <a:t>Member: Heng Zheng</a:t>
            </a:r>
            <a:r>
              <a:rPr lang="en-US" altLang="zh-CN" sz="1800" baseline="30000" dirty="0">
                <a:latin typeface="Arial" panose="020B0604020202090204" pitchFamily="34" charset="0"/>
                <a:cs typeface="Arial" panose="020B0604020202090204" pitchFamily="34" charset="0"/>
              </a:rPr>
              <a:t>1,</a:t>
            </a:r>
            <a:r>
              <a:rPr lang="en-US" altLang="zh-CN" sz="1800" dirty="0">
                <a:latin typeface="Arial" panose="020B0604020202090204" pitchFamily="34" charset="0"/>
                <a:cs typeface="Arial" panose="020B0604020202090204" pitchFamily="34" charset="0"/>
              </a:rPr>
              <a:t> </a:t>
            </a:r>
            <a:r>
              <a:rPr lang="en-US" altLang="zh-CN" sz="1800" dirty="0" err="1">
                <a:latin typeface="Arial" panose="020B0604020202090204" pitchFamily="34" charset="0"/>
                <a:cs typeface="Arial" panose="020B0604020202090204" pitchFamily="34" charset="0"/>
              </a:rPr>
              <a:t>Meilan</a:t>
            </a:r>
            <a:r>
              <a:rPr lang="en-US" altLang="zh-CN" sz="1800">
                <a:latin typeface="Arial" panose="020B0604020202090204" pitchFamily="34" charset="0"/>
                <a:cs typeface="Arial" panose="020B0604020202090204" pitchFamily="34" charset="0"/>
              </a:rPr>
              <a:t> Xu</a:t>
            </a:r>
            <a:r>
              <a:rPr lang="en-US" altLang="zh-CN" sz="1800" baseline="30000">
                <a:latin typeface="Arial" panose="020B0604020202090204" pitchFamily="34" charset="0"/>
                <a:cs typeface="Arial" panose="020B0604020202090204" pitchFamily="34" charset="0"/>
              </a:rPr>
              <a:t>2</a:t>
            </a:r>
            <a:endParaRPr lang="en-US" altLang="zh-CN" sz="1800" baseline="30000" dirty="0">
              <a:latin typeface="Arial" panose="020B0604020202090204" pitchFamily="34" charset="0"/>
              <a:cs typeface="Arial" panose="020B0604020202090204" pitchFamily="34" charset="0"/>
            </a:endParaRPr>
          </a:p>
          <a:p>
            <a:pPr marL="0" indent="0" algn="ctr">
              <a:lnSpc>
                <a:spcPct val="150000"/>
              </a:lnSpc>
              <a:buNone/>
            </a:pPr>
            <a:r>
              <a:rPr lang="en-US" altLang="zh-CN" sz="1800" baseline="30000" dirty="0">
                <a:latin typeface="Arial" panose="020B0604020202090204" pitchFamily="34" charset="0"/>
                <a:cs typeface="Arial" panose="020B0604020202090204" pitchFamily="34" charset="0"/>
              </a:rPr>
              <a:t>1</a:t>
            </a:r>
            <a:r>
              <a:rPr lang="en-US" altLang="zh-CN" sz="1800" dirty="0">
                <a:latin typeface="Arial" panose="020B0604020202090204" pitchFamily="34" charset="0"/>
                <a:cs typeface="Arial" panose="020B0604020202090204" pitchFamily="34" charset="0"/>
              </a:rPr>
              <a:t>MINGCHAO INTERACTIVE</a:t>
            </a:r>
          </a:p>
          <a:p>
            <a:pPr marL="0" indent="0" algn="ctr">
              <a:lnSpc>
                <a:spcPct val="150000"/>
              </a:lnSpc>
              <a:buNone/>
            </a:pPr>
            <a:r>
              <a:rPr lang="en-US" altLang="zh-CN" sz="1800" baseline="30000" dirty="0">
                <a:latin typeface="Arial" panose="020B0604020202090204" pitchFamily="34" charset="0"/>
                <a:cs typeface="Arial" panose="020B0604020202090204" pitchFamily="34" charset="0"/>
              </a:rPr>
              <a:t>2</a:t>
            </a:r>
            <a:r>
              <a:rPr lang="en-US" altLang="zh-CN" sz="1800" dirty="0">
                <a:latin typeface="Arial" panose="020B0604020202090204" pitchFamily="34" charset="0"/>
                <a:cs typeface="Arial" panose="020B0604020202090204" pitchFamily="34" charset="0"/>
              </a:rPr>
              <a:t>China Post Group Hunan Branch</a:t>
            </a:r>
            <a:endParaRPr lang="en-US" altLang="zh-CN" sz="1800" baseline="30000" dirty="0">
              <a:latin typeface="Arial" panose="020B0604020202090204" pitchFamily="34" charset="0"/>
              <a:cs typeface="Arial" panose="020B0604020202090204" pitchFamily="34" charset="0"/>
            </a:endParaRPr>
          </a:p>
          <a:p>
            <a:pPr marL="0" indent="0" algn="ctr">
              <a:lnSpc>
                <a:spcPct val="150000"/>
              </a:lnSpc>
              <a:buNone/>
            </a:pPr>
            <a:r>
              <a:rPr lang="en-US" altLang="zh-CN" sz="1800" dirty="0">
                <a:latin typeface="Arial" panose="020B0604020202090204" pitchFamily="34" charset="0"/>
                <a:cs typeface="Arial" panose="020B0604020202090204" pitchFamily="34" charset="0"/>
              </a:rPr>
              <a:t>28</a:t>
            </a:r>
            <a:r>
              <a:rPr lang="en-US" altLang="zh-CN" sz="1800" baseline="30000" dirty="0">
                <a:latin typeface="Arial" panose="020B0604020202090204" pitchFamily="34" charset="0"/>
                <a:cs typeface="Arial" panose="020B0604020202090204" pitchFamily="34" charset="0"/>
              </a:rPr>
              <a:t>th</a:t>
            </a:r>
            <a:r>
              <a:rPr lang="en-US" altLang="zh-CN" sz="1800" dirty="0">
                <a:latin typeface="Arial" panose="020B0604020202090204" pitchFamily="34" charset="0"/>
                <a:cs typeface="Arial" panose="020B0604020202090204" pitchFamily="34" charset="0"/>
              </a:rPr>
              <a:t> April, 2025</a:t>
            </a:r>
          </a:p>
        </p:txBody>
      </p:sp>
      <p:sp>
        <p:nvSpPr>
          <p:cNvPr id="6" name="标题 1"/>
          <p:cNvSpPr txBox="1"/>
          <p:nvPr/>
        </p:nvSpPr>
        <p:spPr>
          <a:xfrm>
            <a:off x="-127000" y="2139622"/>
            <a:ext cx="12446000" cy="1741012"/>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Candara" panose="020E0502030303020204" pitchFamily="34" charset="0"/>
                <a:ea typeface="+mj-ea"/>
                <a:cs typeface="+mj-cs"/>
              </a:defRPr>
            </a:lvl1pPr>
          </a:lstStyle>
          <a:p>
            <a:r>
              <a:rPr lang="en-US" sz="3200" b="1" dirty="0">
                <a:solidFill>
                  <a:srgbClr val="064C85"/>
                </a:solidFill>
                <a:latin typeface="Lucida Grande" panose="020B0600040502020204" pitchFamily="34" charset="0"/>
              </a:rPr>
              <a:t>WWW 2025 </a:t>
            </a:r>
            <a:r>
              <a:rPr lang="en-US" sz="3200" b="1" dirty="0" err="1">
                <a:solidFill>
                  <a:srgbClr val="064C85"/>
                </a:solidFill>
                <a:latin typeface="Lucida Grande" panose="020B0600040502020204" pitchFamily="34" charset="0"/>
              </a:rPr>
              <a:t>SmartMem</a:t>
            </a:r>
            <a:r>
              <a:rPr lang="en-US" sz="3200" b="1" dirty="0">
                <a:solidFill>
                  <a:srgbClr val="064C85"/>
                </a:solidFill>
                <a:latin typeface="Lucida Grande" panose="020B0600040502020204" pitchFamily="34" charset="0"/>
              </a:rPr>
              <a:t> </a:t>
            </a:r>
            <a:r>
              <a:rPr lang="en-US" altLang="zh-CN" sz="3200" b="1" dirty="0">
                <a:solidFill>
                  <a:srgbClr val="064C85"/>
                </a:solidFill>
                <a:latin typeface="Lucida Grande" panose="020B0600040502020204" pitchFamily="34" charset="0"/>
              </a:rPr>
              <a:t>Competition</a:t>
            </a:r>
            <a:endParaRPr lang="en-US" sz="3200" b="1" i="0" dirty="0">
              <a:solidFill>
                <a:srgbClr val="064C85"/>
              </a:solidFill>
              <a:effectLst/>
              <a:latin typeface="Lucida Grande" panose="020B0600040502020204" pitchFamily="3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椭圆 2"/>
          <p:cNvSpPr/>
          <p:nvPr/>
        </p:nvSpPr>
        <p:spPr>
          <a:xfrm>
            <a:off x="1412399" y="1717992"/>
            <a:ext cx="2394908" cy="2394908"/>
          </a:xfrm>
          <a:prstGeom prst="ellipse">
            <a:avLst/>
          </a:prstGeom>
          <a:solidFill>
            <a:schemeClr val="accent1"/>
          </a:solidFill>
          <a:ln>
            <a:noFill/>
          </a:ln>
          <a:effectLst>
            <a:outerShdw blurRad="101600" dist="1016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noAutofit/>
          </a:bodyPr>
          <a:lstStyle/>
          <a:p>
            <a:pPr algn="ctr"/>
            <a:endParaRPr lang="zh-CN" altLang="en-US" sz="2400"/>
          </a:p>
        </p:txBody>
      </p:sp>
      <p:sp>
        <p:nvSpPr>
          <p:cNvPr id="4" name="矩形 3"/>
          <p:cNvSpPr/>
          <p:nvPr/>
        </p:nvSpPr>
        <p:spPr>
          <a:xfrm>
            <a:off x="4114038" y="1752359"/>
            <a:ext cx="3669594" cy="830997"/>
          </a:xfrm>
          <a:prstGeom prst="rect">
            <a:avLst/>
          </a:prstGeom>
        </p:spPr>
        <p:txBody>
          <a:bodyPr wrap="none">
            <a:spAutoFit/>
          </a:bodyPr>
          <a:lstStyle/>
          <a:p>
            <a:r>
              <a:rPr lang="en-US" altLang="zh-CN" sz="4800" b="1" kern="100" dirty="0">
                <a:solidFill>
                  <a:schemeClr val="accent1"/>
                </a:solidFill>
                <a:latin typeface="+mn-ea"/>
                <a:cs typeface="Times New Roman" panose="02020503050405090304" pitchFamily="18" charset="0"/>
              </a:rPr>
              <a:t>Introduction</a:t>
            </a:r>
          </a:p>
        </p:txBody>
      </p:sp>
      <p:grpSp>
        <p:nvGrpSpPr>
          <p:cNvPr id="5" name="Group 13"/>
          <p:cNvGrpSpPr>
            <a:grpSpLocks noChangeAspect="1"/>
          </p:cNvGrpSpPr>
          <p:nvPr/>
        </p:nvGrpSpPr>
        <p:grpSpPr bwMode="auto">
          <a:xfrm>
            <a:off x="4225466" y="2706139"/>
            <a:ext cx="328183" cy="327403"/>
            <a:chOff x="3665" y="2074"/>
            <a:chExt cx="421" cy="420"/>
          </a:xfrm>
          <a:solidFill>
            <a:schemeClr val="accent1"/>
          </a:solidFill>
        </p:grpSpPr>
        <p:sp>
          <p:nvSpPr>
            <p:cNvPr id="6" name="Freeform 14"/>
            <p:cNvSpPr>
              <a:spLocks noEditPoints="1"/>
            </p:cNvSpPr>
            <p:nvPr/>
          </p:nvSpPr>
          <p:spPr bwMode="auto">
            <a:xfrm>
              <a:off x="3665" y="2074"/>
              <a:ext cx="421" cy="420"/>
            </a:xfrm>
            <a:custGeom>
              <a:avLst/>
              <a:gdLst>
                <a:gd name="T0" fmla="*/ 350 w 699"/>
                <a:gd name="T1" fmla="*/ 698 h 698"/>
                <a:gd name="T2" fmla="*/ 0 w 699"/>
                <a:gd name="T3" fmla="*/ 349 h 698"/>
                <a:gd name="T4" fmla="*/ 350 w 699"/>
                <a:gd name="T5" fmla="*/ 0 h 698"/>
                <a:gd name="T6" fmla="*/ 699 w 699"/>
                <a:gd name="T7" fmla="*/ 349 h 698"/>
                <a:gd name="T8" fmla="*/ 350 w 699"/>
                <a:gd name="T9" fmla="*/ 698 h 698"/>
                <a:gd name="T10" fmla="*/ 350 w 699"/>
                <a:gd name="T11" fmla="*/ 40 h 698"/>
                <a:gd name="T12" fmla="*/ 40 w 699"/>
                <a:gd name="T13" fmla="*/ 349 h 698"/>
                <a:gd name="T14" fmla="*/ 350 w 699"/>
                <a:gd name="T15" fmla="*/ 658 h 698"/>
                <a:gd name="T16" fmla="*/ 659 w 699"/>
                <a:gd name="T17" fmla="*/ 349 h 698"/>
                <a:gd name="T18" fmla="*/ 350 w 699"/>
                <a:gd name="T19" fmla="*/ 40 h 6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99" h="698">
                  <a:moveTo>
                    <a:pt x="350" y="698"/>
                  </a:moveTo>
                  <a:cubicBezTo>
                    <a:pt x="157" y="698"/>
                    <a:pt x="0" y="542"/>
                    <a:pt x="0" y="349"/>
                  </a:cubicBezTo>
                  <a:cubicBezTo>
                    <a:pt x="0" y="156"/>
                    <a:pt x="157" y="0"/>
                    <a:pt x="350" y="0"/>
                  </a:cubicBezTo>
                  <a:cubicBezTo>
                    <a:pt x="542" y="0"/>
                    <a:pt x="699" y="156"/>
                    <a:pt x="699" y="349"/>
                  </a:cubicBezTo>
                  <a:cubicBezTo>
                    <a:pt x="699" y="542"/>
                    <a:pt x="542" y="698"/>
                    <a:pt x="350" y="698"/>
                  </a:cubicBezTo>
                  <a:close/>
                  <a:moveTo>
                    <a:pt x="350" y="40"/>
                  </a:moveTo>
                  <a:cubicBezTo>
                    <a:pt x="179" y="40"/>
                    <a:pt x="40" y="179"/>
                    <a:pt x="40" y="349"/>
                  </a:cubicBezTo>
                  <a:cubicBezTo>
                    <a:pt x="40" y="519"/>
                    <a:pt x="179" y="658"/>
                    <a:pt x="350" y="658"/>
                  </a:cubicBezTo>
                  <a:cubicBezTo>
                    <a:pt x="520" y="658"/>
                    <a:pt x="659" y="519"/>
                    <a:pt x="659" y="349"/>
                  </a:cubicBezTo>
                  <a:cubicBezTo>
                    <a:pt x="659" y="179"/>
                    <a:pt x="520" y="40"/>
                    <a:pt x="350" y="4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dirty="0"/>
            </a:p>
          </p:txBody>
        </p:sp>
        <p:sp>
          <p:nvSpPr>
            <p:cNvPr id="7" name="Freeform 15"/>
            <p:cNvSpPr/>
            <p:nvPr/>
          </p:nvSpPr>
          <p:spPr bwMode="auto">
            <a:xfrm>
              <a:off x="3759" y="2204"/>
              <a:ext cx="233" cy="162"/>
            </a:xfrm>
            <a:custGeom>
              <a:avLst/>
              <a:gdLst>
                <a:gd name="T0" fmla="*/ 138 w 387"/>
                <a:gd name="T1" fmla="*/ 269 h 269"/>
                <a:gd name="T2" fmla="*/ 123 w 387"/>
                <a:gd name="T3" fmla="*/ 263 h 269"/>
                <a:gd name="T4" fmla="*/ 7 w 387"/>
                <a:gd name="T5" fmla="*/ 147 h 269"/>
                <a:gd name="T6" fmla="*/ 7 w 387"/>
                <a:gd name="T7" fmla="*/ 119 h 269"/>
                <a:gd name="T8" fmla="*/ 7 w 387"/>
                <a:gd name="T9" fmla="*/ 119 h 269"/>
                <a:gd name="T10" fmla="*/ 36 w 387"/>
                <a:gd name="T11" fmla="*/ 119 h 269"/>
                <a:gd name="T12" fmla="*/ 36 w 387"/>
                <a:gd name="T13" fmla="*/ 119 h 269"/>
                <a:gd name="T14" fmla="*/ 138 w 387"/>
                <a:gd name="T15" fmla="*/ 221 h 269"/>
                <a:gd name="T16" fmla="*/ 350 w 387"/>
                <a:gd name="T17" fmla="*/ 8 h 269"/>
                <a:gd name="T18" fmla="*/ 379 w 387"/>
                <a:gd name="T19" fmla="*/ 8 h 269"/>
                <a:gd name="T20" fmla="*/ 379 w 387"/>
                <a:gd name="T21" fmla="*/ 8 h 269"/>
                <a:gd name="T22" fmla="*/ 379 w 387"/>
                <a:gd name="T23" fmla="*/ 36 h 269"/>
                <a:gd name="T24" fmla="*/ 379 w 387"/>
                <a:gd name="T25" fmla="*/ 36 h 269"/>
                <a:gd name="T26" fmla="*/ 152 w 387"/>
                <a:gd name="T27" fmla="*/ 263 h 269"/>
                <a:gd name="T28" fmla="*/ 138 w 387"/>
                <a:gd name="T29" fmla="*/ 269 h 2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87" h="269">
                  <a:moveTo>
                    <a:pt x="138" y="269"/>
                  </a:moveTo>
                  <a:cubicBezTo>
                    <a:pt x="132" y="269"/>
                    <a:pt x="127" y="267"/>
                    <a:pt x="123" y="263"/>
                  </a:cubicBezTo>
                  <a:cubicBezTo>
                    <a:pt x="7" y="147"/>
                    <a:pt x="7" y="147"/>
                    <a:pt x="7" y="147"/>
                  </a:cubicBezTo>
                  <a:cubicBezTo>
                    <a:pt x="0" y="139"/>
                    <a:pt x="0" y="127"/>
                    <a:pt x="7" y="119"/>
                  </a:cubicBezTo>
                  <a:cubicBezTo>
                    <a:pt x="7" y="119"/>
                    <a:pt x="7" y="119"/>
                    <a:pt x="7" y="119"/>
                  </a:cubicBezTo>
                  <a:cubicBezTo>
                    <a:pt x="15" y="111"/>
                    <a:pt x="28" y="111"/>
                    <a:pt x="36" y="119"/>
                  </a:cubicBezTo>
                  <a:cubicBezTo>
                    <a:pt x="36" y="119"/>
                    <a:pt x="36" y="119"/>
                    <a:pt x="36" y="119"/>
                  </a:cubicBezTo>
                  <a:cubicBezTo>
                    <a:pt x="138" y="221"/>
                    <a:pt x="138" y="221"/>
                    <a:pt x="138" y="221"/>
                  </a:cubicBezTo>
                  <a:cubicBezTo>
                    <a:pt x="350" y="8"/>
                    <a:pt x="350" y="8"/>
                    <a:pt x="350" y="8"/>
                  </a:cubicBezTo>
                  <a:cubicBezTo>
                    <a:pt x="358" y="0"/>
                    <a:pt x="371" y="0"/>
                    <a:pt x="379" y="8"/>
                  </a:cubicBezTo>
                  <a:cubicBezTo>
                    <a:pt x="379" y="8"/>
                    <a:pt x="379" y="8"/>
                    <a:pt x="379" y="8"/>
                  </a:cubicBezTo>
                  <a:cubicBezTo>
                    <a:pt x="387" y="16"/>
                    <a:pt x="387" y="28"/>
                    <a:pt x="379" y="36"/>
                  </a:cubicBezTo>
                  <a:cubicBezTo>
                    <a:pt x="379" y="36"/>
                    <a:pt x="379" y="36"/>
                    <a:pt x="379" y="36"/>
                  </a:cubicBezTo>
                  <a:cubicBezTo>
                    <a:pt x="152" y="263"/>
                    <a:pt x="152" y="263"/>
                    <a:pt x="152" y="263"/>
                  </a:cubicBezTo>
                  <a:cubicBezTo>
                    <a:pt x="148" y="267"/>
                    <a:pt x="143" y="269"/>
                    <a:pt x="138" y="26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p>
          </p:txBody>
        </p:sp>
      </p:grpSp>
      <p:grpSp>
        <p:nvGrpSpPr>
          <p:cNvPr id="13" name="组合 12"/>
          <p:cNvGrpSpPr/>
          <p:nvPr/>
        </p:nvGrpSpPr>
        <p:grpSpPr>
          <a:xfrm>
            <a:off x="1856805" y="2215665"/>
            <a:ext cx="1487548" cy="1487548"/>
            <a:chOff x="2473104" y="2145028"/>
            <a:chExt cx="359165" cy="359165"/>
          </a:xfrm>
          <a:solidFill>
            <a:sysClr val="window" lastClr="FFFFFF"/>
          </a:solidFill>
        </p:grpSpPr>
        <p:sp>
          <p:nvSpPr>
            <p:cNvPr id="14" name="AutoShape 126"/>
            <p:cNvSpPr/>
            <p:nvPr/>
          </p:nvSpPr>
          <p:spPr bwMode="auto">
            <a:xfrm>
              <a:off x="2473104" y="2145028"/>
              <a:ext cx="359165" cy="35916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3499" y="14850"/>
                  </a:moveTo>
                  <a:cubicBezTo>
                    <a:pt x="9772" y="14850"/>
                    <a:pt x="6749" y="11827"/>
                    <a:pt x="6749" y="8100"/>
                  </a:cubicBezTo>
                  <a:cubicBezTo>
                    <a:pt x="6749" y="4372"/>
                    <a:pt x="9772" y="1350"/>
                    <a:pt x="13499" y="1350"/>
                  </a:cubicBezTo>
                  <a:cubicBezTo>
                    <a:pt x="17227" y="1350"/>
                    <a:pt x="20249" y="4372"/>
                    <a:pt x="20249" y="8100"/>
                  </a:cubicBezTo>
                  <a:cubicBezTo>
                    <a:pt x="20249" y="11827"/>
                    <a:pt x="17227" y="14850"/>
                    <a:pt x="13499" y="14850"/>
                  </a:cubicBezTo>
                  <a:moveTo>
                    <a:pt x="3236" y="20042"/>
                  </a:moveTo>
                  <a:cubicBezTo>
                    <a:pt x="3019" y="20266"/>
                    <a:pt x="2718" y="20408"/>
                    <a:pt x="2382" y="20408"/>
                  </a:cubicBezTo>
                  <a:cubicBezTo>
                    <a:pt x="1724" y="20408"/>
                    <a:pt x="1191" y="19875"/>
                    <a:pt x="1191" y="19218"/>
                  </a:cubicBezTo>
                  <a:cubicBezTo>
                    <a:pt x="1191" y="18881"/>
                    <a:pt x="1332" y="18580"/>
                    <a:pt x="1557" y="18363"/>
                  </a:cubicBezTo>
                  <a:lnTo>
                    <a:pt x="1551" y="18358"/>
                  </a:lnTo>
                  <a:lnTo>
                    <a:pt x="6996" y="12913"/>
                  </a:lnTo>
                  <a:cubicBezTo>
                    <a:pt x="7472" y="13555"/>
                    <a:pt x="8039" y="14122"/>
                    <a:pt x="8680" y="14599"/>
                  </a:cubicBezTo>
                  <a:cubicBezTo>
                    <a:pt x="8680" y="14599"/>
                    <a:pt x="3236" y="20042"/>
                    <a:pt x="3236" y="20042"/>
                  </a:cubicBezTo>
                  <a:close/>
                  <a:moveTo>
                    <a:pt x="13499" y="0"/>
                  </a:moveTo>
                  <a:cubicBezTo>
                    <a:pt x="9026" y="0"/>
                    <a:pt x="5399" y="3626"/>
                    <a:pt x="5399" y="8100"/>
                  </a:cubicBezTo>
                  <a:cubicBezTo>
                    <a:pt x="5399" y="9467"/>
                    <a:pt x="5742" y="10754"/>
                    <a:pt x="6341" y="11884"/>
                  </a:cubicBezTo>
                  <a:lnTo>
                    <a:pt x="709" y="17515"/>
                  </a:lnTo>
                  <a:lnTo>
                    <a:pt x="713" y="17520"/>
                  </a:lnTo>
                  <a:cubicBezTo>
                    <a:pt x="274" y="17953"/>
                    <a:pt x="0" y="18552"/>
                    <a:pt x="0" y="19218"/>
                  </a:cubicBezTo>
                  <a:cubicBezTo>
                    <a:pt x="0" y="20533"/>
                    <a:pt x="1066" y="21599"/>
                    <a:pt x="2382" y="21599"/>
                  </a:cubicBezTo>
                  <a:cubicBezTo>
                    <a:pt x="3047" y="21599"/>
                    <a:pt x="3647" y="21326"/>
                    <a:pt x="4079" y="20885"/>
                  </a:cubicBezTo>
                  <a:lnTo>
                    <a:pt x="4078" y="20884"/>
                  </a:lnTo>
                  <a:lnTo>
                    <a:pt x="9708" y="15255"/>
                  </a:lnTo>
                  <a:cubicBezTo>
                    <a:pt x="10839" y="15856"/>
                    <a:pt x="12128" y="16200"/>
                    <a:pt x="13499" y="16200"/>
                  </a:cubicBezTo>
                  <a:cubicBezTo>
                    <a:pt x="17973" y="16200"/>
                    <a:pt x="21600" y="12573"/>
                    <a:pt x="21600" y="8100"/>
                  </a:cubicBezTo>
                  <a:cubicBezTo>
                    <a:pt x="21600" y="3626"/>
                    <a:pt x="17973" y="0"/>
                    <a:pt x="13499" y="0"/>
                  </a:cubicBezTo>
                </a:path>
              </a:pathLst>
            </a:custGeom>
            <a:grpFill/>
            <a:ln>
              <a:noFill/>
            </a:ln>
            <a:effectLst/>
          </p:spPr>
          <p:txBody>
            <a:bodyPr lIns="25400" tIns="25400" rIns="25400" bIns="25400" anchor="ctr"/>
            <a:lstStyle/>
            <a:p>
              <a:pPr algn="ctr" defTabSz="304800" fontAlgn="base" hangingPunct="0">
                <a:spcBef>
                  <a:spcPct val="0"/>
                </a:spcBef>
                <a:spcAft>
                  <a:spcPct val="0"/>
                </a:spcAft>
                <a:defRPr/>
              </a:pPr>
              <a:endParaRPr lang="en-US" sz="2000" kern="0">
                <a:solidFill>
                  <a:srgbClr val="FFFFFF"/>
                </a:solidFill>
                <a:effectLst>
                  <a:outerShdw blurRad="38100" dist="38100" dir="2700000" algn="tl">
                    <a:srgbClr val="000000"/>
                  </a:outerShdw>
                </a:effectLst>
                <a:latin typeface="Gill Sans" panose="020B0502020104020203" charset="0"/>
                <a:ea typeface="宋体"/>
                <a:sym typeface="Gill Sans" panose="020B0502020104020203" charset="0"/>
              </a:endParaRPr>
            </a:p>
          </p:txBody>
        </p:sp>
        <p:sp>
          <p:nvSpPr>
            <p:cNvPr id="15" name="AutoShape 127"/>
            <p:cNvSpPr/>
            <p:nvPr/>
          </p:nvSpPr>
          <p:spPr bwMode="auto">
            <a:xfrm>
              <a:off x="2618611" y="2200897"/>
              <a:ext cx="84727" cy="84112"/>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0160" y="0"/>
                  </a:moveTo>
                  <a:cubicBezTo>
                    <a:pt x="9025" y="0"/>
                    <a:pt x="0" y="9025"/>
                    <a:pt x="0" y="20160"/>
                  </a:cubicBezTo>
                  <a:cubicBezTo>
                    <a:pt x="0" y="20954"/>
                    <a:pt x="644" y="21600"/>
                    <a:pt x="1440" y="21600"/>
                  </a:cubicBezTo>
                  <a:cubicBezTo>
                    <a:pt x="2235" y="21600"/>
                    <a:pt x="2880" y="20954"/>
                    <a:pt x="2880" y="20160"/>
                  </a:cubicBezTo>
                  <a:cubicBezTo>
                    <a:pt x="2880" y="10618"/>
                    <a:pt x="10617" y="2880"/>
                    <a:pt x="20160" y="2880"/>
                  </a:cubicBezTo>
                  <a:cubicBezTo>
                    <a:pt x="20955" y="2880"/>
                    <a:pt x="21599" y="2234"/>
                    <a:pt x="21599" y="1440"/>
                  </a:cubicBezTo>
                  <a:cubicBezTo>
                    <a:pt x="21599" y="645"/>
                    <a:pt x="20955" y="0"/>
                    <a:pt x="20160" y="0"/>
                  </a:cubicBezTo>
                </a:path>
              </a:pathLst>
            </a:custGeom>
            <a:grpFill/>
            <a:ln>
              <a:noFill/>
            </a:ln>
            <a:effectLst/>
          </p:spPr>
          <p:txBody>
            <a:bodyPr lIns="25400" tIns="25400" rIns="25400" bIns="25400" anchor="ctr"/>
            <a:lstStyle/>
            <a:p>
              <a:pPr algn="ctr" defTabSz="304800" fontAlgn="base" hangingPunct="0">
                <a:spcBef>
                  <a:spcPct val="0"/>
                </a:spcBef>
                <a:spcAft>
                  <a:spcPct val="0"/>
                </a:spcAft>
                <a:defRPr/>
              </a:pPr>
              <a:endParaRPr lang="en-US" sz="2000" kern="0">
                <a:solidFill>
                  <a:srgbClr val="FFFFFF"/>
                </a:solidFill>
                <a:effectLst>
                  <a:outerShdw blurRad="38100" dist="38100" dir="2700000" algn="tl">
                    <a:srgbClr val="000000"/>
                  </a:outerShdw>
                </a:effectLst>
                <a:latin typeface="Gill Sans" panose="020B0502020104020203" charset="0"/>
                <a:ea typeface="宋体"/>
                <a:sym typeface="Gill Sans" panose="020B0502020104020203" charset="0"/>
              </a:endParaRPr>
            </a:p>
          </p:txBody>
        </p:sp>
      </p:grpSp>
      <p:sp>
        <p:nvSpPr>
          <p:cNvPr id="17" name="文本框 16"/>
          <p:cNvSpPr txBox="1"/>
          <p:nvPr/>
        </p:nvSpPr>
        <p:spPr>
          <a:xfrm>
            <a:off x="4757420" y="2648585"/>
            <a:ext cx="5262880" cy="460375"/>
          </a:xfrm>
          <a:prstGeom prst="rect">
            <a:avLst/>
          </a:prstGeom>
          <a:noFill/>
        </p:spPr>
        <p:txBody>
          <a:bodyPr wrap="square" rtlCol="0">
            <a:spAutoFit/>
          </a:bodyPr>
          <a:lstStyle/>
          <a:p>
            <a:r>
              <a:rPr kumimoji="1" lang="en-US" altLang="zh-CN" sz="2400">
                <a:solidFill>
                  <a:schemeClr val="accent1"/>
                </a:solidFill>
                <a:effectLst>
                  <a:outerShdw blurRad="38100" dist="25400" dir="5400000" algn="ctr" rotWithShape="0">
                    <a:srgbClr val="6E747A">
                      <a:alpha val="43000"/>
                      <a:alpha val="43000"/>
                    </a:srgbClr>
                  </a:outerShdw>
                </a:effectLst>
                <a:latin typeface="Source Han Sans CN Bold" panose="020B0800000000000000" charset="-122"/>
                <a:ea typeface="Source Han Sans CN Bold" panose="020B0800000000000000" charset="-122"/>
                <a:cs typeface="Source Han Sans CN Bold" panose="020B0800000000000000" charset="-122"/>
                <a:sym typeface="+mn-ea"/>
              </a:rPr>
              <a:t>Challenges in DRAM UE Prediction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标题 1"/>
          <p:cNvSpPr txBox="1"/>
          <p:nvPr/>
        </p:nvSpPr>
        <p:spPr>
          <a:xfrm>
            <a:off x="0" y="0"/>
            <a:ext cx="12192000" cy="6858000"/>
          </a:xfrm>
          <a:prstGeom prst="rect">
            <a:avLst/>
          </a:prstGeom>
          <a:gradFill>
            <a:gsLst>
              <a:gs pos="0">
                <a:schemeClr val="accent1">
                  <a:lumMod val="20000"/>
                  <a:lumOff val="80000"/>
                  <a:alpha val="0"/>
                </a:schemeClr>
              </a:gs>
              <a:gs pos="100000">
                <a:schemeClr val="accent1">
                  <a:alpha val="20000"/>
                </a:schemeClr>
              </a:gs>
            </a:gsLst>
            <a:lin ang="5400000" scaled="0"/>
          </a:gradFill>
          <a:ln w="19050" cap="sq">
            <a:noFill/>
            <a:miter/>
          </a:ln>
        </p:spPr>
        <p:txBody>
          <a:bodyPr vert="horz" wrap="square" lIns="91440" tIns="45720" rIns="91440" bIns="45720" rtlCol="0" anchor="ctr"/>
          <a:lstStyle/>
          <a:p>
            <a:pPr algn="ctr">
              <a:lnSpc>
                <a:spcPct val="110000"/>
              </a:lnSpc>
            </a:pPr>
            <a:endParaRPr kumimoji="1" lang="zh-CN" altLang="en-US"/>
          </a:p>
        </p:txBody>
      </p:sp>
      <p:sp>
        <p:nvSpPr>
          <p:cNvPr id="33" name="标题 1"/>
          <p:cNvSpPr txBox="1"/>
          <p:nvPr/>
        </p:nvSpPr>
        <p:spPr>
          <a:xfrm>
            <a:off x="127000" y="127000"/>
            <a:ext cx="12192000" cy="6858000"/>
          </a:xfrm>
          <a:prstGeom prst="rect">
            <a:avLst/>
          </a:prstGeom>
          <a:gradFill>
            <a:gsLst>
              <a:gs pos="0">
                <a:schemeClr val="accent1">
                  <a:lumMod val="20000"/>
                  <a:lumOff val="80000"/>
                  <a:alpha val="0"/>
                </a:schemeClr>
              </a:gs>
              <a:gs pos="100000">
                <a:schemeClr val="accent1">
                  <a:alpha val="20000"/>
                </a:schemeClr>
              </a:gs>
            </a:gsLst>
            <a:lin ang="5400000" scaled="0"/>
          </a:gradFill>
          <a:ln w="19050" cap="sq">
            <a:noFill/>
            <a:miter/>
          </a:ln>
        </p:spPr>
        <p:txBody>
          <a:bodyPr vert="horz" wrap="square" lIns="91440" tIns="45720" rIns="91440" bIns="45720" rtlCol="0" anchor="ctr"/>
          <a:lstStyle/>
          <a:p>
            <a:pPr algn="ctr">
              <a:lnSpc>
                <a:spcPct val="110000"/>
              </a:lnSpc>
            </a:pPr>
            <a:endParaRPr kumimoji="1" lang="zh-CN" altLang="en-US"/>
          </a:p>
        </p:txBody>
      </p:sp>
      <p:sp>
        <p:nvSpPr>
          <p:cNvPr id="34" name="标题 1"/>
          <p:cNvSpPr txBox="1"/>
          <p:nvPr/>
        </p:nvSpPr>
        <p:spPr>
          <a:xfrm>
            <a:off x="4253505" y="1245028"/>
            <a:ext cx="4427095" cy="576000"/>
          </a:xfrm>
          <a:prstGeom prst="round2DiagRect">
            <a:avLst/>
          </a:prstGeom>
          <a:gradFill>
            <a:gsLst>
              <a:gs pos="0">
                <a:schemeClr val="accent1">
                  <a:lumMod val="40000"/>
                  <a:lumOff val="60000"/>
                  <a:alpha val="100000"/>
                </a:schemeClr>
              </a:gs>
              <a:gs pos="100000">
                <a:schemeClr val="accent1">
                  <a:alpha val="100000"/>
                </a:schemeClr>
              </a:gs>
            </a:gsLst>
            <a:lin ang="3000000" scaled="0"/>
          </a:gradFill>
          <a:ln cap="sq">
            <a:noFill/>
            <a:prstDash val="solid"/>
            <a:miter/>
          </a:ln>
          <a:effectLst/>
        </p:spPr>
        <p:txBody>
          <a:bodyPr vert="horz" wrap="square" lIns="91440" tIns="45720" rIns="91440" bIns="45720" rtlCol="0" anchor="ctr"/>
          <a:lstStyle/>
          <a:p>
            <a:pPr algn="ctr">
              <a:lnSpc>
                <a:spcPct val="110000"/>
              </a:lnSpc>
            </a:pPr>
            <a:endParaRPr kumimoji="1" lang="zh-CN" altLang="en-US"/>
          </a:p>
        </p:txBody>
      </p:sp>
      <p:sp>
        <p:nvSpPr>
          <p:cNvPr id="35" name="标题 1"/>
          <p:cNvSpPr txBox="1"/>
          <p:nvPr/>
        </p:nvSpPr>
        <p:spPr>
          <a:xfrm>
            <a:off x="3784601" y="1245028"/>
            <a:ext cx="576000" cy="576000"/>
          </a:xfrm>
          <a:prstGeom prst="round2DiagRect">
            <a:avLst/>
          </a:prstGeom>
          <a:gradFill>
            <a:gsLst>
              <a:gs pos="0">
                <a:schemeClr val="accent1">
                  <a:lumMod val="40000"/>
                  <a:lumOff val="60000"/>
                  <a:alpha val="100000"/>
                </a:schemeClr>
              </a:gs>
              <a:gs pos="100000">
                <a:schemeClr val="accent1">
                  <a:alpha val="100000"/>
                </a:schemeClr>
              </a:gs>
            </a:gsLst>
            <a:lin ang="3000000" scaled="0"/>
          </a:gra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36" name="标题 1"/>
          <p:cNvSpPr txBox="1"/>
          <p:nvPr/>
        </p:nvSpPr>
        <p:spPr>
          <a:xfrm>
            <a:off x="3886250" y="1919613"/>
            <a:ext cx="4680000" cy="1499000"/>
          </a:xfrm>
          <a:prstGeom prst="rect">
            <a:avLst/>
          </a:prstGeom>
          <a:noFill/>
          <a:ln>
            <a:noFill/>
          </a:ln>
        </p:spPr>
        <p:txBody>
          <a:bodyPr vert="horz" wrap="square" lIns="0" tIns="0" rIns="0" bIns="0" rtlCol="0" anchor="t"/>
          <a:lstStyle/>
          <a:p>
            <a:pPr algn="l">
              <a:lnSpc>
                <a:spcPct val="150000"/>
              </a:lnSpc>
            </a:pPr>
            <a:r>
              <a:rPr kumimoji="1" lang="en-US" altLang="zh-CN" sz="1185">
                <a:ln w="12700">
                  <a:noFill/>
                </a:ln>
                <a:solidFill>
                  <a:srgbClr val="262626">
                    <a:alpha val="100000"/>
                  </a:srgbClr>
                </a:solidFill>
                <a:latin typeface="Source Han Sans"/>
                <a:ea typeface="Source Han Sans"/>
                <a:cs typeface="Source Han Sans"/>
              </a:rPr>
              <a:t>UEs are rare events in memory logs, leading to extreme data imbalance. Traditional ML models struggle to learn from such imbalanced data, resulting in poor prediction accuracy.
Noise in error logs further complicates pattern recognition, making it difficult to distinguish between normal variations and actual UEs.</a:t>
            </a:r>
            <a:endParaRPr kumimoji="1" lang="zh-CN" altLang="en-US"/>
          </a:p>
        </p:txBody>
      </p:sp>
      <p:sp>
        <p:nvSpPr>
          <p:cNvPr id="37" name="标题 1"/>
          <p:cNvSpPr txBox="1"/>
          <p:nvPr/>
        </p:nvSpPr>
        <p:spPr>
          <a:xfrm>
            <a:off x="1510305" y="3783871"/>
            <a:ext cx="4427095" cy="576000"/>
          </a:xfrm>
          <a:prstGeom prst="round2DiagRect">
            <a:avLst/>
          </a:prstGeom>
          <a:gradFill>
            <a:gsLst>
              <a:gs pos="0">
                <a:schemeClr val="accent1">
                  <a:lumMod val="40000"/>
                  <a:lumOff val="60000"/>
                  <a:alpha val="100000"/>
                </a:schemeClr>
              </a:gs>
              <a:gs pos="100000">
                <a:schemeClr val="accent1">
                  <a:alpha val="100000"/>
                </a:schemeClr>
              </a:gs>
            </a:gsLst>
            <a:lin ang="3000000" scaled="0"/>
          </a:gradFill>
          <a:ln cap="sq">
            <a:noFill/>
            <a:prstDash val="solid"/>
            <a:miter/>
          </a:ln>
          <a:effectLst/>
        </p:spPr>
        <p:txBody>
          <a:bodyPr vert="horz" wrap="square" lIns="91440" tIns="45720" rIns="91440" bIns="45720" rtlCol="0" anchor="ctr"/>
          <a:lstStyle/>
          <a:p>
            <a:pPr algn="ctr">
              <a:lnSpc>
                <a:spcPct val="110000"/>
              </a:lnSpc>
            </a:pPr>
            <a:endParaRPr kumimoji="1" lang="zh-CN" altLang="en-US"/>
          </a:p>
        </p:txBody>
      </p:sp>
      <p:sp>
        <p:nvSpPr>
          <p:cNvPr id="38" name="标题 1"/>
          <p:cNvSpPr txBox="1"/>
          <p:nvPr/>
        </p:nvSpPr>
        <p:spPr>
          <a:xfrm>
            <a:off x="1041401" y="3783871"/>
            <a:ext cx="576000" cy="576000"/>
          </a:xfrm>
          <a:prstGeom prst="round2DiagRect">
            <a:avLst/>
          </a:prstGeom>
          <a:gradFill>
            <a:gsLst>
              <a:gs pos="0">
                <a:schemeClr val="accent1">
                  <a:lumMod val="40000"/>
                  <a:lumOff val="60000"/>
                  <a:alpha val="100000"/>
                </a:schemeClr>
              </a:gs>
              <a:gs pos="100000">
                <a:schemeClr val="accent1">
                  <a:alpha val="100000"/>
                </a:schemeClr>
              </a:gs>
            </a:gsLst>
            <a:lin ang="3000000" scaled="0"/>
          </a:gra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39" name="标题 1"/>
          <p:cNvSpPr txBox="1"/>
          <p:nvPr/>
        </p:nvSpPr>
        <p:spPr>
          <a:xfrm>
            <a:off x="7231505" y="3783871"/>
            <a:ext cx="4427095" cy="576000"/>
          </a:xfrm>
          <a:prstGeom prst="round2DiagRect">
            <a:avLst/>
          </a:prstGeom>
          <a:gradFill>
            <a:gsLst>
              <a:gs pos="0">
                <a:schemeClr val="accent1">
                  <a:lumMod val="40000"/>
                  <a:lumOff val="60000"/>
                  <a:alpha val="100000"/>
                </a:schemeClr>
              </a:gs>
              <a:gs pos="100000">
                <a:schemeClr val="accent1">
                  <a:alpha val="100000"/>
                </a:schemeClr>
              </a:gs>
            </a:gsLst>
            <a:lin ang="3000000" scaled="0"/>
          </a:gradFill>
          <a:ln cap="sq">
            <a:noFill/>
            <a:prstDash val="solid"/>
            <a:miter/>
          </a:ln>
          <a:effectLst/>
        </p:spPr>
        <p:txBody>
          <a:bodyPr vert="horz" wrap="square" lIns="91440" tIns="45720" rIns="91440" bIns="45720" rtlCol="0" anchor="ctr"/>
          <a:lstStyle/>
          <a:p>
            <a:pPr algn="ctr">
              <a:lnSpc>
                <a:spcPct val="110000"/>
              </a:lnSpc>
            </a:pPr>
            <a:endParaRPr kumimoji="1" lang="zh-CN" altLang="en-US"/>
          </a:p>
        </p:txBody>
      </p:sp>
      <p:sp>
        <p:nvSpPr>
          <p:cNvPr id="40" name="标题 1"/>
          <p:cNvSpPr txBox="1"/>
          <p:nvPr/>
        </p:nvSpPr>
        <p:spPr>
          <a:xfrm>
            <a:off x="6762601" y="3783871"/>
            <a:ext cx="576000" cy="576000"/>
          </a:xfrm>
          <a:prstGeom prst="round2DiagRect">
            <a:avLst/>
          </a:prstGeom>
          <a:gradFill>
            <a:gsLst>
              <a:gs pos="0">
                <a:schemeClr val="accent1">
                  <a:lumMod val="40000"/>
                  <a:lumOff val="60000"/>
                  <a:alpha val="100000"/>
                </a:schemeClr>
              </a:gs>
              <a:gs pos="100000">
                <a:schemeClr val="accent1">
                  <a:alpha val="100000"/>
                </a:schemeClr>
              </a:gs>
            </a:gsLst>
            <a:lin ang="3000000" scaled="0"/>
          </a:gra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41" name="标题 1"/>
          <p:cNvSpPr txBox="1"/>
          <p:nvPr/>
        </p:nvSpPr>
        <p:spPr>
          <a:xfrm>
            <a:off x="1167401" y="3925001"/>
            <a:ext cx="324000" cy="293743"/>
          </a:xfrm>
          <a:custGeom>
            <a:avLst/>
            <a:gdLst>
              <a:gd name="connsiteX0" fmla="*/ 351048 w 1543905"/>
              <a:gd name="connsiteY0" fmla="*/ 523317 h 1399728"/>
              <a:gd name="connsiteX1" fmla="*/ 351048 w 1543905"/>
              <a:gd name="connsiteY1" fmla="*/ 523317 h 1399728"/>
              <a:gd name="connsiteX2" fmla="*/ 351420 w 1543905"/>
              <a:gd name="connsiteY2" fmla="*/ 523503 h 1399728"/>
              <a:gd name="connsiteX3" fmla="*/ 351420 w 1543905"/>
              <a:gd name="connsiteY3" fmla="*/ 1020031 h 1399728"/>
              <a:gd name="connsiteX4" fmla="*/ 351048 w 1543905"/>
              <a:gd name="connsiteY4" fmla="*/ 1020403 h 1399728"/>
              <a:gd name="connsiteX5" fmla="*/ 163525 w 1543905"/>
              <a:gd name="connsiteY5" fmla="*/ 1020403 h 1399728"/>
              <a:gd name="connsiteX6" fmla="*/ 163153 w 1543905"/>
              <a:gd name="connsiteY6" fmla="*/ 1020031 h 1399728"/>
              <a:gd name="connsiteX7" fmla="*/ 163153 w 1543905"/>
              <a:gd name="connsiteY7" fmla="*/ 523503 h 1399728"/>
              <a:gd name="connsiteX8" fmla="*/ 163153 w 1543905"/>
              <a:gd name="connsiteY8" fmla="*/ 523317 h 1399728"/>
              <a:gd name="connsiteX9" fmla="*/ 163339 w 1543905"/>
              <a:gd name="connsiteY9" fmla="*/ 523131 h 1399728"/>
              <a:gd name="connsiteX10" fmla="*/ 351048 w 1543905"/>
              <a:gd name="connsiteY10" fmla="*/ 523131 h 1399728"/>
              <a:gd name="connsiteX11" fmla="*/ 351048 w 1543905"/>
              <a:gd name="connsiteY11" fmla="*/ 411696 h 1399728"/>
              <a:gd name="connsiteX12" fmla="*/ 163339 w 1543905"/>
              <a:gd name="connsiteY12" fmla="*/ 411696 h 1399728"/>
              <a:gd name="connsiteX13" fmla="*/ 51346 w 1543905"/>
              <a:gd name="connsiteY13" fmla="*/ 523689 h 1399728"/>
              <a:gd name="connsiteX14" fmla="*/ 51346 w 1543905"/>
              <a:gd name="connsiteY14" fmla="*/ 1020217 h 1399728"/>
              <a:gd name="connsiteX15" fmla="*/ 163339 w 1543905"/>
              <a:gd name="connsiteY15" fmla="*/ 1132210 h 1399728"/>
              <a:gd name="connsiteX16" fmla="*/ 351048 w 1543905"/>
              <a:gd name="connsiteY16" fmla="*/ 1132210 h 1399728"/>
              <a:gd name="connsiteX17" fmla="*/ 463042 w 1543905"/>
              <a:gd name="connsiteY17" fmla="*/ 1020217 h 1399728"/>
              <a:gd name="connsiteX18" fmla="*/ 463042 w 1543905"/>
              <a:gd name="connsiteY18" fmla="*/ 523503 h 1399728"/>
              <a:gd name="connsiteX19" fmla="*/ 351048 w 1543905"/>
              <a:gd name="connsiteY19" fmla="*/ 411696 h 1399728"/>
              <a:gd name="connsiteX20" fmla="*/ 865808 w 1543905"/>
              <a:gd name="connsiteY20" fmla="*/ 111621 h 1399728"/>
              <a:gd name="connsiteX21" fmla="*/ 866180 w 1543905"/>
              <a:gd name="connsiteY21" fmla="*/ 111807 h 1399728"/>
              <a:gd name="connsiteX22" fmla="*/ 866180 w 1543905"/>
              <a:gd name="connsiteY22" fmla="*/ 1020031 h 1399728"/>
              <a:gd name="connsiteX23" fmla="*/ 865808 w 1543905"/>
              <a:gd name="connsiteY23" fmla="*/ 1020403 h 1399728"/>
              <a:gd name="connsiteX24" fmla="*/ 678284 w 1543905"/>
              <a:gd name="connsiteY24" fmla="*/ 1020403 h 1399728"/>
              <a:gd name="connsiteX25" fmla="*/ 677912 w 1543905"/>
              <a:gd name="connsiteY25" fmla="*/ 1020031 h 1399728"/>
              <a:gd name="connsiteX26" fmla="*/ 677912 w 1543905"/>
              <a:gd name="connsiteY26" fmla="*/ 111993 h 1399728"/>
              <a:gd name="connsiteX27" fmla="*/ 677912 w 1543905"/>
              <a:gd name="connsiteY27" fmla="*/ 111807 h 1399728"/>
              <a:gd name="connsiteX28" fmla="*/ 678098 w 1543905"/>
              <a:gd name="connsiteY28" fmla="*/ 111621 h 1399728"/>
              <a:gd name="connsiteX29" fmla="*/ 865808 w 1543905"/>
              <a:gd name="connsiteY29" fmla="*/ 111621 h 1399728"/>
              <a:gd name="connsiteX30" fmla="*/ 865808 w 1543905"/>
              <a:gd name="connsiteY30" fmla="*/ 0 h 1399728"/>
              <a:gd name="connsiteX31" fmla="*/ 677912 w 1543905"/>
              <a:gd name="connsiteY31" fmla="*/ 0 h 1399728"/>
              <a:gd name="connsiteX32" fmla="*/ 565919 w 1543905"/>
              <a:gd name="connsiteY32" fmla="*/ 111993 h 1399728"/>
              <a:gd name="connsiteX33" fmla="*/ 565919 w 1543905"/>
              <a:gd name="connsiteY33" fmla="*/ 1020217 h 1399728"/>
              <a:gd name="connsiteX34" fmla="*/ 677912 w 1543905"/>
              <a:gd name="connsiteY34" fmla="*/ 1132210 h 1399728"/>
              <a:gd name="connsiteX35" fmla="*/ 865622 w 1543905"/>
              <a:gd name="connsiteY35" fmla="*/ 1132210 h 1399728"/>
              <a:gd name="connsiteX36" fmla="*/ 977615 w 1543905"/>
              <a:gd name="connsiteY36" fmla="*/ 1020217 h 1399728"/>
              <a:gd name="connsiteX37" fmla="*/ 977615 w 1543905"/>
              <a:gd name="connsiteY37" fmla="*/ 111993 h 1399728"/>
              <a:gd name="connsiteX38" fmla="*/ 865808 w 1543905"/>
              <a:gd name="connsiteY38" fmla="*/ 0 h 1399728"/>
              <a:gd name="connsiteX39" fmla="*/ 1380381 w 1543905"/>
              <a:gd name="connsiteY39" fmla="*/ 729072 h 1399728"/>
              <a:gd name="connsiteX40" fmla="*/ 1380753 w 1543905"/>
              <a:gd name="connsiteY40" fmla="*/ 729258 h 1399728"/>
              <a:gd name="connsiteX41" fmla="*/ 1380753 w 1543905"/>
              <a:gd name="connsiteY41" fmla="*/ 1020031 h 1399728"/>
              <a:gd name="connsiteX42" fmla="*/ 1380381 w 1543905"/>
              <a:gd name="connsiteY42" fmla="*/ 1020403 h 1399728"/>
              <a:gd name="connsiteX43" fmla="*/ 1192858 w 1543905"/>
              <a:gd name="connsiteY43" fmla="*/ 1020403 h 1399728"/>
              <a:gd name="connsiteX44" fmla="*/ 1192485 w 1543905"/>
              <a:gd name="connsiteY44" fmla="*/ 1020031 h 1399728"/>
              <a:gd name="connsiteX45" fmla="*/ 1192485 w 1543905"/>
              <a:gd name="connsiteY45" fmla="*/ 729444 h 1399728"/>
              <a:gd name="connsiteX46" fmla="*/ 1192485 w 1543905"/>
              <a:gd name="connsiteY46" fmla="*/ 729258 h 1399728"/>
              <a:gd name="connsiteX47" fmla="*/ 1192671 w 1543905"/>
              <a:gd name="connsiteY47" fmla="*/ 729072 h 1399728"/>
              <a:gd name="connsiteX48" fmla="*/ 1380381 w 1543905"/>
              <a:gd name="connsiteY48" fmla="*/ 729072 h 1399728"/>
              <a:gd name="connsiteX49" fmla="*/ 1380381 w 1543905"/>
              <a:gd name="connsiteY49" fmla="*/ 617451 h 1399728"/>
              <a:gd name="connsiteX50" fmla="*/ 1192671 w 1543905"/>
              <a:gd name="connsiteY50" fmla="*/ 617451 h 1399728"/>
              <a:gd name="connsiteX51" fmla="*/ 1080678 w 1543905"/>
              <a:gd name="connsiteY51" fmla="*/ 729444 h 1399728"/>
              <a:gd name="connsiteX52" fmla="*/ 1080678 w 1543905"/>
              <a:gd name="connsiteY52" fmla="*/ 1020031 h 1399728"/>
              <a:gd name="connsiteX53" fmla="*/ 1192671 w 1543905"/>
              <a:gd name="connsiteY53" fmla="*/ 1132024 h 1399728"/>
              <a:gd name="connsiteX54" fmla="*/ 1380381 w 1543905"/>
              <a:gd name="connsiteY54" fmla="*/ 1132024 h 1399728"/>
              <a:gd name="connsiteX55" fmla="*/ 1492374 w 1543905"/>
              <a:gd name="connsiteY55" fmla="*/ 1020031 h 1399728"/>
              <a:gd name="connsiteX56" fmla="*/ 1492374 w 1543905"/>
              <a:gd name="connsiteY56" fmla="*/ 729444 h 1399728"/>
              <a:gd name="connsiteX57" fmla="*/ 1380381 w 1543905"/>
              <a:gd name="connsiteY57" fmla="*/ 617451 h 1399728"/>
              <a:gd name="connsiteX58" fmla="*/ 1481956 w 1543905"/>
              <a:gd name="connsiteY58" fmla="*/ 1276201 h 1399728"/>
              <a:gd name="connsiteX59" fmla="*/ 61764 w 1543905"/>
              <a:gd name="connsiteY59" fmla="*/ 1276201 h 1399728"/>
              <a:gd name="connsiteX60" fmla="*/ 0 w 1543905"/>
              <a:gd name="connsiteY60" fmla="*/ 1337965 h 1399728"/>
              <a:gd name="connsiteX61" fmla="*/ 61764 w 1543905"/>
              <a:gd name="connsiteY61" fmla="*/ 1399729 h 1399728"/>
              <a:gd name="connsiteX62" fmla="*/ 1482142 w 1543905"/>
              <a:gd name="connsiteY62" fmla="*/ 1399729 h 1399728"/>
              <a:gd name="connsiteX63" fmla="*/ 1543906 w 1543905"/>
              <a:gd name="connsiteY63" fmla="*/ 1337965 h 1399728"/>
              <a:gd name="connsiteX64" fmla="*/ 1481956 w 1543905"/>
              <a:gd name="connsiteY64" fmla="*/ 1276201 h 1399728"/>
            </a:gdLst>
            <a:ahLst/>
            <a:cxnLst/>
            <a:rect l="l" t="t" r="r" b="b"/>
            <a:pathLst>
              <a:path w="1543905" h="1399728">
                <a:moveTo>
                  <a:pt x="351048" y="523317"/>
                </a:moveTo>
                <a:cubicBezTo>
                  <a:pt x="351234" y="523317"/>
                  <a:pt x="351234" y="523317"/>
                  <a:pt x="351048" y="523317"/>
                </a:cubicBezTo>
                <a:cubicBezTo>
                  <a:pt x="351234" y="523317"/>
                  <a:pt x="351420" y="523503"/>
                  <a:pt x="351420" y="523503"/>
                </a:cubicBezTo>
                <a:lnTo>
                  <a:pt x="351420" y="1020031"/>
                </a:lnTo>
                <a:lnTo>
                  <a:pt x="351048" y="1020403"/>
                </a:lnTo>
                <a:lnTo>
                  <a:pt x="163525" y="1020403"/>
                </a:lnTo>
                <a:lnTo>
                  <a:pt x="163153" y="1020031"/>
                </a:lnTo>
                <a:lnTo>
                  <a:pt x="163153" y="523503"/>
                </a:lnTo>
                <a:lnTo>
                  <a:pt x="163153" y="523317"/>
                </a:lnTo>
                <a:lnTo>
                  <a:pt x="163339" y="523131"/>
                </a:lnTo>
                <a:lnTo>
                  <a:pt x="351048" y="523131"/>
                </a:lnTo>
                <a:moveTo>
                  <a:pt x="351048" y="411696"/>
                </a:moveTo>
                <a:lnTo>
                  <a:pt x="163339" y="411696"/>
                </a:lnTo>
                <a:cubicBezTo>
                  <a:pt x="101575" y="411696"/>
                  <a:pt x="51346" y="461739"/>
                  <a:pt x="51346" y="523689"/>
                </a:cubicBezTo>
                <a:lnTo>
                  <a:pt x="51346" y="1020217"/>
                </a:lnTo>
                <a:cubicBezTo>
                  <a:pt x="51346" y="1081795"/>
                  <a:pt x="101761" y="1132210"/>
                  <a:pt x="163339" y="1132210"/>
                </a:cubicBezTo>
                <a:lnTo>
                  <a:pt x="351048" y="1132210"/>
                </a:lnTo>
                <a:cubicBezTo>
                  <a:pt x="412626" y="1132210"/>
                  <a:pt x="463042" y="1081795"/>
                  <a:pt x="463042" y="1020217"/>
                </a:cubicBezTo>
                <a:lnTo>
                  <a:pt x="463042" y="523503"/>
                </a:lnTo>
                <a:cubicBezTo>
                  <a:pt x="463042" y="461739"/>
                  <a:pt x="412998" y="411696"/>
                  <a:pt x="351048" y="411696"/>
                </a:cubicBezTo>
                <a:close/>
                <a:moveTo>
                  <a:pt x="865808" y="111621"/>
                </a:moveTo>
                <a:cubicBezTo>
                  <a:pt x="865994" y="111621"/>
                  <a:pt x="866180" y="111807"/>
                  <a:pt x="866180" y="111807"/>
                </a:cubicBezTo>
                <a:lnTo>
                  <a:pt x="866180" y="1020031"/>
                </a:lnTo>
                <a:lnTo>
                  <a:pt x="865808" y="1020403"/>
                </a:lnTo>
                <a:lnTo>
                  <a:pt x="678284" y="1020403"/>
                </a:lnTo>
                <a:lnTo>
                  <a:pt x="677912" y="1020031"/>
                </a:lnTo>
                <a:lnTo>
                  <a:pt x="677912" y="111993"/>
                </a:lnTo>
                <a:lnTo>
                  <a:pt x="677912" y="111807"/>
                </a:lnTo>
                <a:lnTo>
                  <a:pt x="678098" y="111621"/>
                </a:lnTo>
                <a:lnTo>
                  <a:pt x="865808" y="111621"/>
                </a:lnTo>
                <a:moveTo>
                  <a:pt x="865808" y="0"/>
                </a:moveTo>
                <a:lnTo>
                  <a:pt x="677912" y="0"/>
                </a:lnTo>
                <a:cubicBezTo>
                  <a:pt x="616148" y="0"/>
                  <a:pt x="565919" y="50043"/>
                  <a:pt x="565919" y="111993"/>
                </a:cubicBezTo>
                <a:lnTo>
                  <a:pt x="565919" y="1020217"/>
                </a:lnTo>
                <a:cubicBezTo>
                  <a:pt x="565919" y="1081795"/>
                  <a:pt x="616335" y="1132210"/>
                  <a:pt x="677912" y="1132210"/>
                </a:cubicBezTo>
                <a:lnTo>
                  <a:pt x="865622" y="1132210"/>
                </a:lnTo>
                <a:cubicBezTo>
                  <a:pt x="927199" y="1132210"/>
                  <a:pt x="977615" y="1081795"/>
                  <a:pt x="977615" y="1020217"/>
                </a:cubicBezTo>
                <a:lnTo>
                  <a:pt x="977615" y="111993"/>
                </a:lnTo>
                <a:cubicBezTo>
                  <a:pt x="977615" y="50043"/>
                  <a:pt x="927571" y="0"/>
                  <a:pt x="865808" y="0"/>
                </a:cubicBezTo>
                <a:close/>
                <a:moveTo>
                  <a:pt x="1380381" y="729072"/>
                </a:moveTo>
                <a:cubicBezTo>
                  <a:pt x="1380567" y="729072"/>
                  <a:pt x="1380753" y="729258"/>
                  <a:pt x="1380753" y="729258"/>
                </a:cubicBezTo>
                <a:lnTo>
                  <a:pt x="1380753" y="1020031"/>
                </a:lnTo>
                <a:lnTo>
                  <a:pt x="1380381" y="1020403"/>
                </a:lnTo>
                <a:lnTo>
                  <a:pt x="1192858" y="1020403"/>
                </a:lnTo>
                <a:lnTo>
                  <a:pt x="1192485" y="1020031"/>
                </a:lnTo>
                <a:lnTo>
                  <a:pt x="1192485" y="729444"/>
                </a:lnTo>
                <a:lnTo>
                  <a:pt x="1192485" y="729258"/>
                </a:lnTo>
                <a:lnTo>
                  <a:pt x="1192671" y="729072"/>
                </a:lnTo>
                <a:lnTo>
                  <a:pt x="1380381" y="729072"/>
                </a:lnTo>
                <a:moveTo>
                  <a:pt x="1380381" y="617451"/>
                </a:moveTo>
                <a:lnTo>
                  <a:pt x="1192671" y="617451"/>
                </a:lnTo>
                <a:cubicBezTo>
                  <a:pt x="1130908" y="617451"/>
                  <a:pt x="1080678" y="667494"/>
                  <a:pt x="1080678" y="729444"/>
                </a:cubicBezTo>
                <a:lnTo>
                  <a:pt x="1080678" y="1020031"/>
                </a:lnTo>
                <a:cubicBezTo>
                  <a:pt x="1080678" y="1081608"/>
                  <a:pt x="1131094" y="1132024"/>
                  <a:pt x="1192671" y="1132024"/>
                </a:cubicBezTo>
                <a:lnTo>
                  <a:pt x="1380381" y="1132024"/>
                </a:lnTo>
                <a:cubicBezTo>
                  <a:pt x="1441959" y="1132024"/>
                  <a:pt x="1492374" y="1081608"/>
                  <a:pt x="1492374" y="1020031"/>
                </a:cubicBezTo>
                <a:lnTo>
                  <a:pt x="1492374" y="729444"/>
                </a:lnTo>
                <a:cubicBezTo>
                  <a:pt x="1492374" y="667680"/>
                  <a:pt x="1442145" y="617451"/>
                  <a:pt x="1380381" y="617451"/>
                </a:cubicBezTo>
                <a:close/>
                <a:moveTo>
                  <a:pt x="1481956" y="1276201"/>
                </a:moveTo>
                <a:lnTo>
                  <a:pt x="61764" y="1276201"/>
                </a:lnTo>
                <a:cubicBezTo>
                  <a:pt x="27719" y="1276201"/>
                  <a:pt x="0" y="1303920"/>
                  <a:pt x="0" y="1337965"/>
                </a:cubicBezTo>
                <a:cubicBezTo>
                  <a:pt x="0" y="1372009"/>
                  <a:pt x="27719" y="1399729"/>
                  <a:pt x="61764" y="1399729"/>
                </a:cubicBezTo>
                <a:lnTo>
                  <a:pt x="1482142" y="1399729"/>
                </a:lnTo>
                <a:cubicBezTo>
                  <a:pt x="1516187" y="1399729"/>
                  <a:pt x="1543906" y="1372009"/>
                  <a:pt x="1543906" y="1337965"/>
                </a:cubicBezTo>
                <a:cubicBezTo>
                  <a:pt x="1543720" y="1303734"/>
                  <a:pt x="1516187" y="1276201"/>
                  <a:pt x="1481956" y="1276201"/>
                </a:cubicBezTo>
                <a:close/>
              </a:path>
            </a:pathLst>
          </a:custGeom>
          <a:solidFill>
            <a:schemeClr val="bg1"/>
          </a:solidFill>
          <a:ln cap="flat">
            <a:noFill/>
            <a:prstDash val="solid"/>
            <a:miter/>
          </a:ln>
        </p:spPr>
        <p:txBody>
          <a:bodyPr vert="horz" wrap="square" lIns="91440" tIns="45720" rIns="91440" bIns="45720" rtlCol="0" anchor="ctr"/>
          <a:lstStyle/>
          <a:p>
            <a:pPr algn="l">
              <a:lnSpc>
                <a:spcPct val="110000"/>
              </a:lnSpc>
            </a:pPr>
            <a:endParaRPr kumimoji="1" lang="zh-CN" altLang="en-US"/>
          </a:p>
        </p:txBody>
      </p:sp>
      <p:sp>
        <p:nvSpPr>
          <p:cNvPr id="42" name="标题 1"/>
          <p:cNvSpPr txBox="1"/>
          <p:nvPr/>
        </p:nvSpPr>
        <p:spPr>
          <a:xfrm>
            <a:off x="1167401" y="1574228"/>
            <a:ext cx="324000" cy="324000"/>
          </a:xfrm>
          <a:custGeom>
            <a:avLst/>
            <a:gdLst>
              <a:gd name="connsiteX0" fmla="*/ 438553 w 720000"/>
              <a:gd name="connsiteY0" fmla="*/ 189601 h 720000"/>
              <a:gd name="connsiteX1" fmla="*/ 373556 w 720000"/>
              <a:gd name="connsiteY1" fmla="*/ 216451 h 720000"/>
              <a:gd name="connsiteX2" fmla="*/ 232180 w 720000"/>
              <a:gd name="connsiteY2" fmla="*/ 357827 h 720000"/>
              <a:gd name="connsiteX3" fmla="*/ 191861 w 720000"/>
              <a:gd name="connsiteY3" fmla="*/ 528226 h 720000"/>
              <a:gd name="connsiteX4" fmla="*/ 362260 w 720000"/>
              <a:gd name="connsiteY4" fmla="*/ 487907 h 720000"/>
              <a:gd name="connsiteX5" fmla="*/ 503636 w 720000"/>
              <a:gd name="connsiteY5" fmla="*/ 346444 h 720000"/>
              <a:gd name="connsiteX6" fmla="*/ 503636 w 720000"/>
              <a:gd name="connsiteY6" fmla="*/ 216365 h 720000"/>
              <a:gd name="connsiteX7" fmla="*/ 438553 w 720000"/>
              <a:gd name="connsiteY7" fmla="*/ 189601 h 720000"/>
              <a:gd name="connsiteX8" fmla="*/ 438553 w 720000"/>
              <a:gd name="connsiteY8" fmla="*/ 141636 h 720000"/>
              <a:gd name="connsiteX9" fmla="*/ 537524 w 720000"/>
              <a:gd name="connsiteY9" fmla="*/ 182476 h 720000"/>
              <a:gd name="connsiteX10" fmla="*/ 537524 w 720000"/>
              <a:gd name="connsiteY10" fmla="*/ 380420 h 720000"/>
              <a:gd name="connsiteX11" fmla="*/ 396149 w 720000"/>
              <a:gd name="connsiteY11" fmla="*/ 521796 h 720000"/>
              <a:gd name="connsiteX12" fmla="*/ 141637 w 720000"/>
              <a:gd name="connsiteY12" fmla="*/ 578364 h 720000"/>
              <a:gd name="connsiteX13" fmla="*/ 198205 w 720000"/>
              <a:gd name="connsiteY13" fmla="*/ 323852 h 720000"/>
              <a:gd name="connsiteX14" fmla="*/ 339581 w 720000"/>
              <a:gd name="connsiteY14" fmla="*/ 182476 h 720000"/>
              <a:gd name="connsiteX15" fmla="*/ 438553 w 720000"/>
              <a:gd name="connsiteY15" fmla="*/ 141636 h 720000"/>
              <a:gd name="connsiteX16" fmla="*/ 120000 w 720000"/>
              <a:gd name="connsiteY16" fmla="*/ 47965 h 720000"/>
              <a:gd name="connsiteX17" fmla="*/ 47965 w 720000"/>
              <a:gd name="connsiteY17" fmla="*/ 120000 h 720000"/>
              <a:gd name="connsiteX18" fmla="*/ 47965 w 720000"/>
              <a:gd name="connsiteY18" fmla="*/ 600000 h 720000"/>
              <a:gd name="connsiteX19" fmla="*/ 120000 w 720000"/>
              <a:gd name="connsiteY19" fmla="*/ 672035 h 720000"/>
              <a:gd name="connsiteX20" fmla="*/ 600000 w 720000"/>
              <a:gd name="connsiteY20" fmla="*/ 672035 h 720000"/>
              <a:gd name="connsiteX21" fmla="*/ 672035 w 720000"/>
              <a:gd name="connsiteY21" fmla="*/ 600000 h 720000"/>
              <a:gd name="connsiteX22" fmla="*/ 672035 w 720000"/>
              <a:gd name="connsiteY22" fmla="*/ 120000 h 720000"/>
              <a:gd name="connsiteX23" fmla="*/ 600000 w 720000"/>
              <a:gd name="connsiteY23" fmla="*/ 47965 h 720000"/>
              <a:gd name="connsiteX24" fmla="*/ 120000 w 720000"/>
              <a:gd name="connsiteY24" fmla="*/ 0 h 720000"/>
              <a:gd name="connsiteX25" fmla="*/ 600000 w 720000"/>
              <a:gd name="connsiteY25" fmla="*/ 0 h 720000"/>
              <a:gd name="connsiteX26" fmla="*/ 720000 w 720000"/>
              <a:gd name="connsiteY26" fmla="*/ 120000 h 720000"/>
              <a:gd name="connsiteX27" fmla="*/ 720000 w 720000"/>
              <a:gd name="connsiteY27" fmla="*/ 600000 h 720000"/>
              <a:gd name="connsiteX28" fmla="*/ 600000 w 720000"/>
              <a:gd name="connsiteY28" fmla="*/ 720000 h 720000"/>
              <a:gd name="connsiteX29" fmla="*/ 120000 w 720000"/>
              <a:gd name="connsiteY29" fmla="*/ 720000 h 720000"/>
              <a:gd name="connsiteX30" fmla="*/ 0 w 720000"/>
              <a:gd name="connsiteY30" fmla="*/ 600000 h 720000"/>
              <a:gd name="connsiteX31" fmla="*/ 0 w 720000"/>
              <a:gd name="connsiteY31" fmla="*/ 120000 h 720000"/>
              <a:gd name="connsiteX32" fmla="*/ 120000 w 720000"/>
              <a:gd name="connsiteY32" fmla="*/ 0 h 720000"/>
            </a:gdLst>
            <a:ahLst/>
            <a:cxnLst/>
            <a:rect l="l" t="t" r="r" b="b"/>
            <a:pathLst>
              <a:path w="720000" h="720000">
                <a:moveTo>
                  <a:pt x="438553" y="189601"/>
                </a:moveTo>
                <a:cubicBezTo>
                  <a:pt x="413875" y="189601"/>
                  <a:pt x="390761" y="199073"/>
                  <a:pt x="373556" y="216451"/>
                </a:cubicBezTo>
                <a:lnTo>
                  <a:pt x="232180" y="357827"/>
                </a:lnTo>
                <a:cubicBezTo>
                  <a:pt x="212456" y="377465"/>
                  <a:pt x="197336" y="453584"/>
                  <a:pt x="191861" y="528226"/>
                </a:cubicBezTo>
                <a:cubicBezTo>
                  <a:pt x="266503" y="522665"/>
                  <a:pt x="342622" y="507545"/>
                  <a:pt x="362260" y="487907"/>
                </a:cubicBezTo>
                <a:lnTo>
                  <a:pt x="503636" y="346444"/>
                </a:lnTo>
                <a:cubicBezTo>
                  <a:pt x="539523" y="310557"/>
                  <a:pt x="539523" y="252252"/>
                  <a:pt x="503636" y="216365"/>
                </a:cubicBezTo>
                <a:cubicBezTo>
                  <a:pt x="486344" y="199073"/>
                  <a:pt x="463230" y="189601"/>
                  <a:pt x="438553" y="189601"/>
                </a:cubicBezTo>
                <a:close/>
                <a:moveTo>
                  <a:pt x="438553" y="141636"/>
                </a:moveTo>
                <a:cubicBezTo>
                  <a:pt x="474440" y="141636"/>
                  <a:pt x="510327" y="155191"/>
                  <a:pt x="537524" y="182476"/>
                </a:cubicBezTo>
                <a:cubicBezTo>
                  <a:pt x="592007" y="236872"/>
                  <a:pt x="592007" y="325938"/>
                  <a:pt x="537524" y="380420"/>
                </a:cubicBezTo>
                <a:lnTo>
                  <a:pt x="396149" y="521796"/>
                </a:lnTo>
                <a:cubicBezTo>
                  <a:pt x="341753" y="576278"/>
                  <a:pt x="141637" y="578364"/>
                  <a:pt x="141637" y="578364"/>
                </a:cubicBezTo>
                <a:cubicBezTo>
                  <a:pt x="141637" y="578364"/>
                  <a:pt x="143723" y="378334"/>
                  <a:pt x="198205" y="323852"/>
                </a:cubicBezTo>
                <a:lnTo>
                  <a:pt x="339581" y="182476"/>
                </a:lnTo>
                <a:cubicBezTo>
                  <a:pt x="366778" y="155278"/>
                  <a:pt x="402666" y="141636"/>
                  <a:pt x="438553" y="141636"/>
                </a:cubicBezTo>
                <a:close/>
                <a:moveTo>
                  <a:pt x="120000" y="47965"/>
                </a:moveTo>
                <a:cubicBezTo>
                  <a:pt x="80290" y="47965"/>
                  <a:pt x="47965" y="80290"/>
                  <a:pt x="47965" y="120000"/>
                </a:cubicBezTo>
                <a:lnTo>
                  <a:pt x="47965" y="600000"/>
                </a:lnTo>
                <a:cubicBezTo>
                  <a:pt x="47965" y="639711"/>
                  <a:pt x="80290" y="672035"/>
                  <a:pt x="120000" y="672035"/>
                </a:cubicBezTo>
                <a:lnTo>
                  <a:pt x="600000" y="672035"/>
                </a:lnTo>
                <a:cubicBezTo>
                  <a:pt x="639711" y="672035"/>
                  <a:pt x="672035" y="639711"/>
                  <a:pt x="672035" y="600000"/>
                </a:cubicBezTo>
                <a:lnTo>
                  <a:pt x="672035" y="120000"/>
                </a:lnTo>
                <a:cubicBezTo>
                  <a:pt x="672035" y="80290"/>
                  <a:pt x="639711" y="47965"/>
                  <a:pt x="600000" y="47965"/>
                </a:cubicBezTo>
                <a:close/>
                <a:moveTo>
                  <a:pt x="120000" y="0"/>
                </a:moveTo>
                <a:lnTo>
                  <a:pt x="600000" y="0"/>
                </a:lnTo>
                <a:cubicBezTo>
                  <a:pt x="666040" y="0"/>
                  <a:pt x="720000" y="54048"/>
                  <a:pt x="720000" y="120000"/>
                </a:cubicBezTo>
                <a:lnTo>
                  <a:pt x="720000" y="600000"/>
                </a:lnTo>
                <a:cubicBezTo>
                  <a:pt x="720000" y="666039"/>
                  <a:pt x="666040" y="720000"/>
                  <a:pt x="600000" y="720000"/>
                </a:cubicBezTo>
                <a:lnTo>
                  <a:pt x="120000" y="720000"/>
                </a:lnTo>
                <a:cubicBezTo>
                  <a:pt x="53961" y="720000"/>
                  <a:pt x="0" y="666039"/>
                  <a:pt x="0" y="600000"/>
                </a:cubicBezTo>
                <a:lnTo>
                  <a:pt x="0" y="120000"/>
                </a:lnTo>
                <a:cubicBezTo>
                  <a:pt x="0" y="53961"/>
                  <a:pt x="53961" y="0"/>
                  <a:pt x="120000" y="0"/>
                </a:cubicBezTo>
                <a:close/>
              </a:path>
            </a:pathLst>
          </a:custGeom>
          <a:solidFill>
            <a:schemeClr val="bg1"/>
          </a:solidFill>
          <a:ln cap="flat">
            <a:noFill/>
            <a:prstDash val="solid"/>
            <a:miter/>
          </a:ln>
        </p:spPr>
        <p:txBody>
          <a:bodyPr vert="horz" wrap="square" lIns="91440" tIns="45720" rIns="91440" bIns="45720" rtlCol="0" anchor="ctr"/>
          <a:lstStyle/>
          <a:p>
            <a:pPr algn="l">
              <a:lnSpc>
                <a:spcPct val="110000"/>
              </a:lnSpc>
            </a:pPr>
            <a:endParaRPr kumimoji="1" lang="zh-CN" altLang="en-US"/>
          </a:p>
        </p:txBody>
      </p:sp>
      <p:sp>
        <p:nvSpPr>
          <p:cNvPr id="43" name="标题 1"/>
          <p:cNvSpPr txBox="1"/>
          <p:nvPr/>
        </p:nvSpPr>
        <p:spPr>
          <a:xfrm>
            <a:off x="6901050" y="3909871"/>
            <a:ext cx="299102" cy="324000"/>
          </a:xfrm>
          <a:custGeom>
            <a:avLst/>
            <a:gdLst>
              <a:gd name="connsiteX0" fmla="*/ 712625 w 1425436"/>
              <a:gd name="connsiteY0" fmla="*/ 111621 h 1544091"/>
              <a:gd name="connsiteX1" fmla="*/ 902567 w 1425436"/>
              <a:gd name="connsiteY1" fmla="*/ 190314 h 1544091"/>
              <a:gd name="connsiteX2" fmla="*/ 981260 w 1425436"/>
              <a:gd name="connsiteY2" fmla="*/ 380256 h 1544091"/>
              <a:gd name="connsiteX3" fmla="*/ 902567 w 1425436"/>
              <a:gd name="connsiteY3" fmla="*/ 570198 h 1544091"/>
              <a:gd name="connsiteX4" fmla="*/ 712625 w 1425436"/>
              <a:gd name="connsiteY4" fmla="*/ 648891 h 1544091"/>
              <a:gd name="connsiteX5" fmla="*/ 522684 w 1425436"/>
              <a:gd name="connsiteY5" fmla="*/ 570198 h 1544091"/>
              <a:gd name="connsiteX6" fmla="*/ 444177 w 1425436"/>
              <a:gd name="connsiteY6" fmla="*/ 380070 h 1544091"/>
              <a:gd name="connsiteX7" fmla="*/ 522870 w 1425436"/>
              <a:gd name="connsiteY7" fmla="*/ 190128 h 1544091"/>
              <a:gd name="connsiteX8" fmla="*/ 712625 w 1425436"/>
              <a:gd name="connsiteY8" fmla="*/ 111621 h 1544091"/>
              <a:gd name="connsiteX9" fmla="*/ 712625 w 1425436"/>
              <a:gd name="connsiteY9" fmla="*/ 0 h 1544091"/>
              <a:gd name="connsiteX10" fmla="*/ 332556 w 1425436"/>
              <a:gd name="connsiteY10" fmla="*/ 380070 h 1544091"/>
              <a:gd name="connsiteX11" fmla="*/ 712625 w 1425436"/>
              <a:gd name="connsiteY11" fmla="*/ 760140 h 1544091"/>
              <a:gd name="connsiteX12" fmla="*/ 1092695 w 1425436"/>
              <a:gd name="connsiteY12" fmla="*/ 380070 h 1544091"/>
              <a:gd name="connsiteX13" fmla="*/ 712625 w 1425436"/>
              <a:gd name="connsiteY13" fmla="*/ 0 h 1544091"/>
              <a:gd name="connsiteX14" fmla="*/ 712625 w 1425436"/>
              <a:gd name="connsiteY14" fmla="*/ 943012 h 1544091"/>
              <a:gd name="connsiteX15" fmla="*/ 978842 w 1425436"/>
              <a:gd name="connsiteY15" fmla="*/ 976685 h 1544091"/>
              <a:gd name="connsiteX16" fmla="*/ 1146087 w 1425436"/>
              <a:gd name="connsiteY16" fmla="*/ 1059470 h 1544091"/>
              <a:gd name="connsiteX17" fmla="*/ 1248593 w 1425436"/>
              <a:gd name="connsiteY17" fmla="*/ 1174440 h 1544091"/>
              <a:gd name="connsiteX18" fmla="*/ 1310356 w 1425436"/>
              <a:gd name="connsiteY18" fmla="*/ 1316385 h 1544091"/>
              <a:gd name="connsiteX19" fmla="*/ 1296590 w 1425436"/>
              <a:gd name="connsiteY19" fmla="*/ 1390241 h 1544091"/>
              <a:gd name="connsiteX20" fmla="*/ 1208595 w 1425436"/>
              <a:gd name="connsiteY20" fmla="*/ 1432285 h 1544091"/>
              <a:gd name="connsiteX21" fmla="*/ 216842 w 1425436"/>
              <a:gd name="connsiteY21" fmla="*/ 1432285 h 1544091"/>
              <a:gd name="connsiteX22" fmla="*/ 128847 w 1425436"/>
              <a:gd name="connsiteY22" fmla="*/ 1390241 h 1544091"/>
              <a:gd name="connsiteX23" fmla="*/ 115081 w 1425436"/>
              <a:gd name="connsiteY23" fmla="*/ 1316385 h 1544091"/>
              <a:gd name="connsiteX24" fmla="*/ 176844 w 1425436"/>
              <a:gd name="connsiteY24" fmla="*/ 1174440 h 1544091"/>
              <a:gd name="connsiteX25" fmla="*/ 279350 w 1425436"/>
              <a:gd name="connsiteY25" fmla="*/ 1059470 h 1544091"/>
              <a:gd name="connsiteX26" fmla="*/ 446595 w 1425436"/>
              <a:gd name="connsiteY26" fmla="*/ 976685 h 1544091"/>
              <a:gd name="connsiteX27" fmla="*/ 712625 w 1425436"/>
              <a:gd name="connsiteY27" fmla="*/ 943012 h 1544091"/>
              <a:gd name="connsiteX28" fmla="*/ 712625 w 1425436"/>
              <a:gd name="connsiteY28" fmla="*/ 831391 h 1544091"/>
              <a:gd name="connsiteX29" fmla="*/ 8296 w 1425436"/>
              <a:gd name="connsiteY29" fmla="*/ 1284387 h 1544091"/>
              <a:gd name="connsiteX30" fmla="*/ 216842 w 1425436"/>
              <a:gd name="connsiteY30" fmla="*/ 1544092 h 1544091"/>
              <a:gd name="connsiteX31" fmla="*/ 1208595 w 1425436"/>
              <a:gd name="connsiteY31" fmla="*/ 1544092 h 1544091"/>
              <a:gd name="connsiteX32" fmla="*/ 1417141 w 1425436"/>
              <a:gd name="connsiteY32" fmla="*/ 1284387 h 1544091"/>
              <a:gd name="connsiteX33" fmla="*/ 712625 w 1425436"/>
              <a:gd name="connsiteY33" fmla="*/ 831391 h 1544091"/>
            </a:gdLst>
            <a:ahLst/>
            <a:cxnLst/>
            <a:rect l="l" t="t" r="r" b="b"/>
            <a:pathLst>
              <a:path w="1425436" h="1544091">
                <a:moveTo>
                  <a:pt x="712625" y="111621"/>
                </a:moveTo>
                <a:cubicBezTo>
                  <a:pt x="784435" y="111621"/>
                  <a:pt x="851780" y="139526"/>
                  <a:pt x="902567" y="190314"/>
                </a:cubicBezTo>
                <a:cubicBezTo>
                  <a:pt x="953355" y="241102"/>
                  <a:pt x="981260" y="308446"/>
                  <a:pt x="981260" y="380256"/>
                </a:cubicBezTo>
                <a:cubicBezTo>
                  <a:pt x="981260" y="452065"/>
                  <a:pt x="953355" y="519410"/>
                  <a:pt x="902567" y="570198"/>
                </a:cubicBezTo>
                <a:cubicBezTo>
                  <a:pt x="851780" y="620985"/>
                  <a:pt x="784435" y="648891"/>
                  <a:pt x="712625" y="648891"/>
                </a:cubicBezTo>
                <a:cubicBezTo>
                  <a:pt x="640816" y="648891"/>
                  <a:pt x="573471" y="620985"/>
                  <a:pt x="522684" y="570198"/>
                </a:cubicBezTo>
                <a:cubicBezTo>
                  <a:pt x="472082" y="519224"/>
                  <a:pt x="444177" y="451693"/>
                  <a:pt x="444177" y="380070"/>
                </a:cubicBezTo>
                <a:cubicBezTo>
                  <a:pt x="444177" y="308446"/>
                  <a:pt x="472082" y="240916"/>
                  <a:pt x="522870" y="190128"/>
                </a:cubicBezTo>
                <a:cubicBezTo>
                  <a:pt x="573471" y="139526"/>
                  <a:pt x="641002" y="111621"/>
                  <a:pt x="712625" y="111621"/>
                </a:cubicBezTo>
                <a:moveTo>
                  <a:pt x="712625" y="0"/>
                </a:moveTo>
                <a:cubicBezTo>
                  <a:pt x="502778" y="0"/>
                  <a:pt x="332556" y="170036"/>
                  <a:pt x="332556" y="380070"/>
                </a:cubicBezTo>
                <a:cubicBezTo>
                  <a:pt x="332556" y="589917"/>
                  <a:pt x="502778" y="760140"/>
                  <a:pt x="712625" y="760140"/>
                </a:cubicBezTo>
                <a:cubicBezTo>
                  <a:pt x="922473" y="760140"/>
                  <a:pt x="1092695" y="589917"/>
                  <a:pt x="1092695" y="380070"/>
                </a:cubicBezTo>
                <a:cubicBezTo>
                  <a:pt x="1092881" y="170036"/>
                  <a:pt x="922659" y="0"/>
                  <a:pt x="712625" y="0"/>
                </a:cubicBezTo>
                <a:close/>
                <a:moveTo>
                  <a:pt x="712625" y="943012"/>
                </a:moveTo>
                <a:cubicBezTo>
                  <a:pt x="813643" y="943012"/>
                  <a:pt x="903126" y="954360"/>
                  <a:pt x="978842" y="976685"/>
                </a:cubicBezTo>
                <a:cubicBezTo>
                  <a:pt x="1043582" y="995846"/>
                  <a:pt x="1099951" y="1023752"/>
                  <a:pt x="1146087" y="1059470"/>
                </a:cubicBezTo>
                <a:cubicBezTo>
                  <a:pt x="1186829" y="1091096"/>
                  <a:pt x="1220315" y="1128675"/>
                  <a:pt x="1248593" y="1174440"/>
                </a:cubicBezTo>
                <a:cubicBezTo>
                  <a:pt x="1273708" y="1215368"/>
                  <a:pt x="1293985" y="1261877"/>
                  <a:pt x="1310356" y="1316385"/>
                </a:cubicBezTo>
                <a:cubicBezTo>
                  <a:pt x="1320774" y="1350801"/>
                  <a:pt x="1306264" y="1377404"/>
                  <a:pt x="1296590" y="1390241"/>
                </a:cubicBezTo>
                <a:cubicBezTo>
                  <a:pt x="1276684" y="1417030"/>
                  <a:pt x="1244686" y="1432285"/>
                  <a:pt x="1208595" y="1432285"/>
                </a:cubicBezTo>
                <a:lnTo>
                  <a:pt x="216842" y="1432285"/>
                </a:lnTo>
                <a:cubicBezTo>
                  <a:pt x="180937" y="1432285"/>
                  <a:pt x="148753" y="1417030"/>
                  <a:pt x="128847" y="1390241"/>
                </a:cubicBezTo>
                <a:cubicBezTo>
                  <a:pt x="119359" y="1377404"/>
                  <a:pt x="104849" y="1350801"/>
                  <a:pt x="115081" y="1316385"/>
                </a:cubicBezTo>
                <a:cubicBezTo>
                  <a:pt x="131452" y="1261877"/>
                  <a:pt x="151543" y="1215368"/>
                  <a:pt x="176844" y="1174440"/>
                </a:cubicBezTo>
                <a:cubicBezTo>
                  <a:pt x="204936" y="1128675"/>
                  <a:pt x="238422" y="1090910"/>
                  <a:pt x="279350" y="1059470"/>
                </a:cubicBezTo>
                <a:cubicBezTo>
                  <a:pt x="325486" y="1023752"/>
                  <a:pt x="381855" y="995846"/>
                  <a:pt x="446595" y="976685"/>
                </a:cubicBezTo>
                <a:cubicBezTo>
                  <a:pt x="522125" y="954360"/>
                  <a:pt x="611794" y="943012"/>
                  <a:pt x="712625" y="943012"/>
                </a:cubicBezTo>
                <a:moveTo>
                  <a:pt x="712625" y="831391"/>
                </a:moveTo>
                <a:cubicBezTo>
                  <a:pt x="244561" y="831391"/>
                  <a:pt x="77501" y="1053331"/>
                  <a:pt x="8296" y="1284387"/>
                </a:cubicBezTo>
                <a:cubicBezTo>
                  <a:pt x="-30771" y="1414611"/>
                  <a:pt x="73037" y="1544092"/>
                  <a:pt x="216842" y="1544092"/>
                </a:cubicBezTo>
                <a:lnTo>
                  <a:pt x="1208595" y="1544092"/>
                </a:lnTo>
                <a:cubicBezTo>
                  <a:pt x="1352400" y="1544092"/>
                  <a:pt x="1456208" y="1414611"/>
                  <a:pt x="1417141" y="1284387"/>
                </a:cubicBezTo>
                <a:cubicBezTo>
                  <a:pt x="1347750" y="1053331"/>
                  <a:pt x="1180690" y="831391"/>
                  <a:pt x="712625" y="831391"/>
                </a:cubicBezTo>
                <a:close/>
              </a:path>
            </a:pathLst>
          </a:custGeom>
          <a:solidFill>
            <a:schemeClr val="bg1"/>
          </a:solidFill>
          <a:ln cap="flat">
            <a:noFill/>
            <a:prstDash val="solid"/>
            <a:miter/>
          </a:ln>
        </p:spPr>
        <p:txBody>
          <a:bodyPr vert="horz" wrap="square" lIns="91440" tIns="45720" rIns="91440" bIns="45720" rtlCol="0" anchor="ctr"/>
          <a:lstStyle/>
          <a:p>
            <a:pPr algn="l">
              <a:lnSpc>
                <a:spcPct val="110000"/>
              </a:lnSpc>
            </a:pPr>
            <a:endParaRPr kumimoji="1" lang="zh-CN" altLang="en-US"/>
          </a:p>
        </p:txBody>
      </p:sp>
      <p:sp>
        <p:nvSpPr>
          <p:cNvPr id="44" name="标题 1"/>
          <p:cNvSpPr txBox="1"/>
          <p:nvPr/>
        </p:nvSpPr>
        <p:spPr>
          <a:xfrm>
            <a:off x="4489350" y="1322713"/>
            <a:ext cx="4083100" cy="368700"/>
          </a:xfrm>
          <a:prstGeom prst="rect">
            <a:avLst/>
          </a:prstGeom>
          <a:noFill/>
          <a:ln>
            <a:noFill/>
          </a:ln>
        </p:spPr>
        <p:txBody>
          <a:bodyPr vert="horz" wrap="square" lIns="0" tIns="0" rIns="0" bIns="0" rtlCol="0" anchor="ctr"/>
          <a:lstStyle/>
          <a:p>
            <a:pPr algn="l">
              <a:lnSpc>
                <a:spcPct val="150000"/>
              </a:lnSpc>
            </a:pPr>
            <a:r>
              <a:rPr kumimoji="1" lang="en-US" altLang="zh-CN" sz="1600">
                <a:ln w="12700">
                  <a:noFill/>
                </a:ln>
                <a:solidFill>
                  <a:srgbClr val="FFFFFF">
                    <a:alpha val="100000"/>
                  </a:srgbClr>
                </a:solidFill>
                <a:latin typeface="Source Han Sans CN Bold" panose="020B0800000000000000" charset="-122"/>
                <a:ea typeface="Source Han Sans CN Bold" panose="020B0800000000000000" charset="-122"/>
                <a:cs typeface="Source Han Sans CN Bold" panose="020B0800000000000000" charset="-122"/>
              </a:rPr>
              <a:t>Data Noise and Imbalance</a:t>
            </a:r>
            <a:endParaRPr kumimoji="1" lang="zh-CN" altLang="en-US"/>
          </a:p>
        </p:txBody>
      </p:sp>
      <p:sp>
        <p:nvSpPr>
          <p:cNvPr id="45" name="标题 1"/>
          <p:cNvSpPr txBox="1"/>
          <p:nvPr/>
        </p:nvSpPr>
        <p:spPr>
          <a:xfrm>
            <a:off x="1746150" y="3875413"/>
            <a:ext cx="4083100" cy="368700"/>
          </a:xfrm>
          <a:prstGeom prst="rect">
            <a:avLst/>
          </a:prstGeom>
          <a:noFill/>
          <a:ln>
            <a:noFill/>
          </a:ln>
        </p:spPr>
        <p:txBody>
          <a:bodyPr vert="horz" wrap="square" lIns="0" tIns="0" rIns="0" bIns="0" rtlCol="0" anchor="ctr"/>
          <a:lstStyle/>
          <a:p>
            <a:pPr algn="l">
              <a:lnSpc>
                <a:spcPct val="150000"/>
              </a:lnSpc>
            </a:pPr>
            <a:r>
              <a:rPr kumimoji="1" lang="en-US" altLang="zh-CN" sz="1600">
                <a:ln w="12700">
                  <a:noFill/>
                </a:ln>
                <a:solidFill>
                  <a:srgbClr val="FFFFFF">
                    <a:alpha val="100000"/>
                  </a:srgbClr>
                </a:solidFill>
                <a:latin typeface="Source Han Sans CN Bold" panose="020B0800000000000000" charset="-122"/>
                <a:ea typeface="Source Han Sans CN Bold" panose="020B0800000000000000" charset="-122"/>
                <a:cs typeface="Source Han Sans CN Bold" panose="020B0800000000000000" charset="-122"/>
              </a:rPr>
              <a:t>Heterogeneous Data Sources</a:t>
            </a:r>
            <a:endParaRPr kumimoji="1" lang="zh-CN" altLang="en-US"/>
          </a:p>
        </p:txBody>
      </p:sp>
      <p:sp>
        <p:nvSpPr>
          <p:cNvPr id="46" name="标题 1"/>
          <p:cNvSpPr txBox="1"/>
          <p:nvPr/>
        </p:nvSpPr>
        <p:spPr>
          <a:xfrm>
            <a:off x="7473850" y="3875413"/>
            <a:ext cx="4083100" cy="368700"/>
          </a:xfrm>
          <a:prstGeom prst="rect">
            <a:avLst/>
          </a:prstGeom>
          <a:noFill/>
          <a:ln>
            <a:noFill/>
          </a:ln>
        </p:spPr>
        <p:txBody>
          <a:bodyPr vert="horz" wrap="square" lIns="0" tIns="0" rIns="0" bIns="0" rtlCol="0" anchor="ctr"/>
          <a:lstStyle/>
          <a:p>
            <a:pPr algn="l">
              <a:lnSpc>
                <a:spcPct val="150000"/>
              </a:lnSpc>
            </a:pPr>
            <a:r>
              <a:rPr kumimoji="1" lang="en-US" altLang="zh-CN" sz="1600">
                <a:ln w="12700">
                  <a:noFill/>
                </a:ln>
                <a:solidFill>
                  <a:srgbClr val="FFFFFF">
                    <a:alpha val="100000"/>
                  </a:srgbClr>
                </a:solidFill>
                <a:latin typeface="Source Han Sans CN Bold" panose="020B0800000000000000" charset="-122"/>
                <a:ea typeface="Source Han Sans CN Bold" panose="020B0800000000000000" charset="-122"/>
                <a:cs typeface="Source Han Sans CN Bold" panose="020B0800000000000000" charset="-122"/>
              </a:rPr>
              <a:t>Distribution Shifts and Latent Factors</a:t>
            </a:r>
            <a:endParaRPr kumimoji="1" lang="zh-CN" altLang="en-US"/>
          </a:p>
        </p:txBody>
      </p:sp>
      <p:sp>
        <p:nvSpPr>
          <p:cNvPr id="47" name="标题 1"/>
          <p:cNvSpPr txBox="1"/>
          <p:nvPr/>
        </p:nvSpPr>
        <p:spPr>
          <a:xfrm>
            <a:off x="6876950" y="4510413"/>
            <a:ext cx="4680000" cy="1473600"/>
          </a:xfrm>
          <a:prstGeom prst="rect">
            <a:avLst/>
          </a:prstGeom>
          <a:noFill/>
          <a:ln>
            <a:noFill/>
          </a:ln>
        </p:spPr>
        <p:txBody>
          <a:bodyPr vert="horz" wrap="square" lIns="0" tIns="0" rIns="0" bIns="0" rtlCol="0" anchor="t"/>
          <a:lstStyle/>
          <a:p>
            <a:pPr algn="l">
              <a:lnSpc>
                <a:spcPct val="150000"/>
              </a:lnSpc>
            </a:pPr>
            <a:r>
              <a:rPr kumimoji="1" lang="en-US" altLang="zh-CN" sz="1185">
                <a:ln w="12700">
                  <a:noFill/>
                </a:ln>
                <a:solidFill>
                  <a:srgbClr val="262626">
                    <a:alpha val="100000"/>
                  </a:srgbClr>
                </a:solidFill>
                <a:latin typeface="Source Han Sans"/>
                <a:ea typeface="Source Han Sans"/>
                <a:cs typeface="Source Han Sans"/>
              </a:rPr>
              <a:t>Hardware aging causes distribution shifts in error data over time, degrading model performance. Models trained on historical data may not generalize well to future data with different distributions.
Latent factors related to dynamic access mechanisms significantly affect UE occurrence but are often ignored in existing approaches.</a:t>
            </a:r>
            <a:endParaRPr kumimoji="1" lang="zh-CN" altLang="en-US"/>
          </a:p>
        </p:txBody>
      </p:sp>
      <p:sp>
        <p:nvSpPr>
          <p:cNvPr id="48" name="标题 1"/>
          <p:cNvSpPr txBox="1"/>
          <p:nvPr/>
        </p:nvSpPr>
        <p:spPr>
          <a:xfrm>
            <a:off x="1155750" y="4510413"/>
            <a:ext cx="4680000" cy="1499000"/>
          </a:xfrm>
          <a:prstGeom prst="rect">
            <a:avLst/>
          </a:prstGeom>
          <a:noFill/>
          <a:ln>
            <a:noFill/>
          </a:ln>
        </p:spPr>
        <p:txBody>
          <a:bodyPr vert="horz" wrap="square" lIns="0" tIns="0" rIns="0" bIns="0" rtlCol="0" anchor="t"/>
          <a:lstStyle/>
          <a:p>
            <a:pPr algn="l">
              <a:lnSpc>
                <a:spcPct val="150000"/>
              </a:lnSpc>
            </a:pPr>
            <a:r>
              <a:rPr kumimoji="1" lang="en-US" altLang="zh-CN" sz="1185">
                <a:ln w="12700">
                  <a:noFill/>
                </a:ln>
                <a:solidFill>
                  <a:srgbClr val="262626">
                    <a:alpha val="100000"/>
                  </a:srgbClr>
                </a:solidFill>
                <a:latin typeface="Source Han Sans"/>
                <a:ea typeface="Source Han Sans"/>
                <a:cs typeface="Source Han Sans"/>
              </a:rPr>
              <a:t>DRAMs from different manufacturers and architectures produce diverse log data. Integrating these heterogeneous sources into a unified feature representation is challenging.
Each platform has unique error characteristics and logging formats, increasing the complexity of preprocessing and feature extraction.</a:t>
            </a:r>
            <a:endParaRPr kumimoji="1" lang="zh-CN" altLang="en-US"/>
          </a:p>
        </p:txBody>
      </p:sp>
      <p:sp>
        <p:nvSpPr>
          <p:cNvPr id="49" name="标题 1"/>
          <p:cNvSpPr txBox="1"/>
          <p:nvPr/>
        </p:nvSpPr>
        <p:spPr>
          <a:xfrm>
            <a:off x="781050" y="406540"/>
            <a:ext cx="10671175" cy="468000"/>
          </a:xfrm>
          <a:prstGeom prst="rect">
            <a:avLst/>
          </a:prstGeom>
          <a:noFill/>
          <a:ln>
            <a:noFill/>
          </a:ln>
        </p:spPr>
        <p:txBody>
          <a:bodyPr vert="horz" wrap="square" lIns="0" tIns="0" rIns="0" bIns="0" rtlCol="0" anchor="ctr"/>
          <a:lstStyle/>
          <a:p>
            <a:pPr algn="l">
              <a:lnSpc>
                <a:spcPct val="110000"/>
              </a:lnSpc>
            </a:pPr>
            <a:r>
              <a:rPr kumimoji="1" lang="en-US" altLang="zh-CN" sz="2800">
                <a:ln w="12700">
                  <a:noFill/>
                </a:ln>
                <a:solidFill>
                  <a:srgbClr val="262626">
                    <a:alpha val="100000"/>
                  </a:srgbClr>
                </a:solidFill>
                <a:latin typeface="Source Han Sans CN Bold" panose="020B0800000000000000" charset="-122"/>
                <a:ea typeface="Source Han Sans CN Bold" panose="020B0800000000000000" charset="-122"/>
                <a:cs typeface="Source Han Sans CN Bold" panose="020B0800000000000000" charset="-122"/>
              </a:rPr>
              <a:t>Challenges in DRAM UE Prediction</a:t>
            </a:r>
            <a:endParaRPr kumimoji="1" lang="zh-CN" altLang="en-US"/>
          </a:p>
        </p:txBody>
      </p:sp>
      <p:sp>
        <p:nvSpPr>
          <p:cNvPr id="50" name="标题 1"/>
          <p:cNvSpPr txBox="1"/>
          <p:nvPr/>
        </p:nvSpPr>
        <p:spPr>
          <a:xfrm>
            <a:off x="469900" y="0"/>
            <a:ext cx="190500" cy="1028700"/>
          </a:xfrm>
          <a:prstGeom prst="rect">
            <a:avLst/>
          </a:prstGeom>
          <a:solidFill>
            <a:schemeClr val="accent1"/>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51" name="标题 1"/>
          <p:cNvSpPr txBox="1"/>
          <p:nvPr/>
        </p:nvSpPr>
        <p:spPr>
          <a:xfrm>
            <a:off x="196850" y="0"/>
            <a:ext cx="190500" cy="1028700"/>
          </a:xfrm>
          <a:prstGeom prst="rect">
            <a:avLst/>
          </a:prstGeom>
          <a:solidFill>
            <a:schemeClr val="accent1"/>
          </a:solidFill>
          <a:ln w="12700" cap="sq">
            <a:noFill/>
            <a:miter/>
          </a:ln>
        </p:spPr>
        <p:txBody>
          <a:bodyPr vert="horz" wrap="square" lIns="91440" tIns="45720" rIns="91440" bIns="45720" rtlCol="0" anchor="ctr"/>
          <a:lstStyle/>
          <a:p>
            <a:pPr algn="ctr">
              <a:lnSpc>
                <a:spcPct val="110000"/>
              </a:lnSpc>
            </a:pPr>
            <a:endParaRPr kumimoji="1" lang="zh-CN" alt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椭圆 2"/>
          <p:cNvSpPr/>
          <p:nvPr/>
        </p:nvSpPr>
        <p:spPr>
          <a:xfrm>
            <a:off x="1412399" y="1717992"/>
            <a:ext cx="2394908" cy="2394908"/>
          </a:xfrm>
          <a:prstGeom prst="ellipse">
            <a:avLst/>
          </a:prstGeom>
          <a:solidFill>
            <a:schemeClr val="accent1"/>
          </a:solidFill>
          <a:ln>
            <a:noFill/>
          </a:ln>
          <a:effectLst>
            <a:outerShdw blurRad="101600" dist="1016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noAutofit/>
          </a:bodyPr>
          <a:lstStyle/>
          <a:p>
            <a:pPr algn="ctr"/>
            <a:endParaRPr lang="zh-CN" altLang="en-US" sz="2400"/>
          </a:p>
        </p:txBody>
      </p:sp>
      <p:sp>
        <p:nvSpPr>
          <p:cNvPr id="4" name="矩形 3"/>
          <p:cNvSpPr/>
          <p:nvPr/>
        </p:nvSpPr>
        <p:spPr>
          <a:xfrm>
            <a:off x="4114038" y="1752359"/>
            <a:ext cx="3977371" cy="830997"/>
          </a:xfrm>
          <a:prstGeom prst="rect">
            <a:avLst/>
          </a:prstGeom>
        </p:spPr>
        <p:txBody>
          <a:bodyPr wrap="none">
            <a:spAutoFit/>
          </a:bodyPr>
          <a:lstStyle/>
          <a:p>
            <a:r>
              <a:rPr lang="en-US" altLang="zh-CN" sz="4800" b="1" kern="100" dirty="0">
                <a:solidFill>
                  <a:schemeClr val="accent1"/>
                </a:solidFill>
                <a:latin typeface="+mn-ea"/>
                <a:cs typeface="Times New Roman" panose="02020503050405090304" pitchFamily="18" charset="0"/>
              </a:rPr>
              <a:t>Methodology</a:t>
            </a:r>
          </a:p>
        </p:txBody>
      </p:sp>
      <p:grpSp>
        <p:nvGrpSpPr>
          <p:cNvPr id="5" name="Group 13"/>
          <p:cNvGrpSpPr>
            <a:grpSpLocks noChangeAspect="1"/>
          </p:cNvGrpSpPr>
          <p:nvPr/>
        </p:nvGrpSpPr>
        <p:grpSpPr bwMode="auto">
          <a:xfrm>
            <a:off x="4225466" y="2706139"/>
            <a:ext cx="328183" cy="327403"/>
            <a:chOff x="3665" y="2074"/>
            <a:chExt cx="421" cy="420"/>
          </a:xfrm>
          <a:solidFill>
            <a:schemeClr val="accent1"/>
          </a:solidFill>
        </p:grpSpPr>
        <p:sp>
          <p:nvSpPr>
            <p:cNvPr id="6" name="Freeform 14"/>
            <p:cNvSpPr>
              <a:spLocks noEditPoints="1"/>
            </p:cNvSpPr>
            <p:nvPr/>
          </p:nvSpPr>
          <p:spPr bwMode="auto">
            <a:xfrm>
              <a:off x="3665" y="2074"/>
              <a:ext cx="421" cy="420"/>
            </a:xfrm>
            <a:custGeom>
              <a:avLst/>
              <a:gdLst>
                <a:gd name="T0" fmla="*/ 350 w 699"/>
                <a:gd name="T1" fmla="*/ 698 h 698"/>
                <a:gd name="T2" fmla="*/ 0 w 699"/>
                <a:gd name="T3" fmla="*/ 349 h 698"/>
                <a:gd name="T4" fmla="*/ 350 w 699"/>
                <a:gd name="T5" fmla="*/ 0 h 698"/>
                <a:gd name="T6" fmla="*/ 699 w 699"/>
                <a:gd name="T7" fmla="*/ 349 h 698"/>
                <a:gd name="T8" fmla="*/ 350 w 699"/>
                <a:gd name="T9" fmla="*/ 698 h 698"/>
                <a:gd name="T10" fmla="*/ 350 w 699"/>
                <a:gd name="T11" fmla="*/ 40 h 698"/>
                <a:gd name="T12" fmla="*/ 40 w 699"/>
                <a:gd name="T13" fmla="*/ 349 h 698"/>
                <a:gd name="T14" fmla="*/ 350 w 699"/>
                <a:gd name="T15" fmla="*/ 658 h 698"/>
                <a:gd name="T16" fmla="*/ 659 w 699"/>
                <a:gd name="T17" fmla="*/ 349 h 698"/>
                <a:gd name="T18" fmla="*/ 350 w 699"/>
                <a:gd name="T19" fmla="*/ 40 h 6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99" h="698">
                  <a:moveTo>
                    <a:pt x="350" y="698"/>
                  </a:moveTo>
                  <a:cubicBezTo>
                    <a:pt x="157" y="698"/>
                    <a:pt x="0" y="542"/>
                    <a:pt x="0" y="349"/>
                  </a:cubicBezTo>
                  <a:cubicBezTo>
                    <a:pt x="0" y="156"/>
                    <a:pt x="157" y="0"/>
                    <a:pt x="350" y="0"/>
                  </a:cubicBezTo>
                  <a:cubicBezTo>
                    <a:pt x="542" y="0"/>
                    <a:pt x="699" y="156"/>
                    <a:pt x="699" y="349"/>
                  </a:cubicBezTo>
                  <a:cubicBezTo>
                    <a:pt x="699" y="542"/>
                    <a:pt x="542" y="698"/>
                    <a:pt x="350" y="698"/>
                  </a:cubicBezTo>
                  <a:close/>
                  <a:moveTo>
                    <a:pt x="350" y="40"/>
                  </a:moveTo>
                  <a:cubicBezTo>
                    <a:pt x="179" y="40"/>
                    <a:pt x="40" y="179"/>
                    <a:pt x="40" y="349"/>
                  </a:cubicBezTo>
                  <a:cubicBezTo>
                    <a:pt x="40" y="519"/>
                    <a:pt x="179" y="658"/>
                    <a:pt x="350" y="658"/>
                  </a:cubicBezTo>
                  <a:cubicBezTo>
                    <a:pt x="520" y="658"/>
                    <a:pt x="659" y="519"/>
                    <a:pt x="659" y="349"/>
                  </a:cubicBezTo>
                  <a:cubicBezTo>
                    <a:pt x="659" y="179"/>
                    <a:pt x="520" y="40"/>
                    <a:pt x="350" y="4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p>
          </p:txBody>
        </p:sp>
        <p:sp>
          <p:nvSpPr>
            <p:cNvPr id="7" name="Freeform 15"/>
            <p:cNvSpPr/>
            <p:nvPr/>
          </p:nvSpPr>
          <p:spPr bwMode="auto">
            <a:xfrm>
              <a:off x="3759" y="2204"/>
              <a:ext cx="233" cy="162"/>
            </a:xfrm>
            <a:custGeom>
              <a:avLst/>
              <a:gdLst>
                <a:gd name="T0" fmla="*/ 138 w 387"/>
                <a:gd name="T1" fmla="*/ 269 h 269"/>
                <a:gd name="T2" fmla="*/ 123 w 387"/>
                <a:gd name="T3" fmla="*/ 263 h 269"/>
                <a:gd name="T4" fmla="*/ 7 w 387"/>
                <a:gd name="T5" fmla="*/ 147 h 269"/>
                <a:gd name="T6" fmla="*/ 7 w 387"/>
                <a:gd name="T7" fmla="*/ 119 h 269"/>
                <a:gd name="T8" fmla="*/ 7 w 387"/>
                <a:gd name="T9" fmla="*/ 119 h 269"/>
                <a:gd name="T10" fmla="*/ 36 w 387"/>
                <a:gd name="T11" fmla="*/ 119 h 269"/>
                <a:gd name="T12" fmla="*/ 36 w 387"/>
                <a:gd name="T13" fmla="*/ 119 h 269"/>
                <a:gd name="T14" fmla="*/ 138 w 387"/>
                <a:gd name="T15" fmla="*/ 221 h 269"/>
                <a:gd name="T16" fmla="*/ 350 w 387"/>
                <a:gd name="T17" fmla="*/ 8 h 269"/>
                <a:gd name="T18" fmla="*/ 379 w 387"/>
                <a:gd name="T19" fmla="*/ 8 h 269"/>
                <a:gd name="T20" fmla="*/ 379 w 387"/>
                <a:gd name="T21" fmla="*/ 8 h 269"/>
                <a:gd name="T22" fmla="*/ 379 w 387"/>
                <a:gd name="T23" fmla="*/ 36 h 269"/>
                <a:gd name="T24" fmla="*/ 379 w 387"/>
                <a:gd name="T25" fmla="*/ 36 h 269"/>
                <a:gd name="T26" fmla="*/ 152 w 387"/>
                <a:gd name="T27" fmla="*/ 263 h 269"/>
                <a:gd name="T28" fmla="*/ 138 w 387"/>
                <a:gd name="T29" fmla="*/ 269 h 2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87" h="269">
                  <a:moveTo>
                    <a:pt x="138" y="269"/>
                  </a:moveTo>
                  <a:cubicBezTo>
                    <a:pt x="132" y="269"/>
                    <a:pt x="127" y="267"/>
                    <a:pt x="123" y="263"/>
                  </a:cubicBezTo>
                  <a:cubicBezTo>
                    <a:pt x="7" y="147"/>
                    <a:pt x="7" y="147"/>
                    <a:pt x="7" y="147"/>
                  </a:cubicBezTo>
                  <a:cubicBezTo>
                    <a:pt x="0" y="139"/>
                    <a:pt x="0" y="127"/>
                    <a:pt x="7" y="119"/>
                  </a:cubicBezTo>
                  <a:cubicBezTo>
                    <a:pt x="7" y="119"/>
                    <a:pt x="7" y="119"/>
                    <a:pt x="7" y="119"/>
                  </a:cubicBezTo>
                  <a:cubicBezTo>
                    <a:pt x="15" y="111"/>
                    <a:pt x="28" y="111"/>
                    <a:pt x="36" y="119"/>
                  </a:cubicBezTo>
                  <a:cubicBezTo>
                    <a:pt x="36" y="119"/>
                    <a:pt x="36" y="119"/>
                    <a:pt x="36" y="119"/>
                  </a:cubicBezTo>
                  <a:cubicBezTo>
                    <a:pt x="138" y="221"/>
                    <a:pt x="138" y="221"/>
                    <a:pt x="138" y="221"/>
                  </a:cubicBezTo>
                  <a:cubicBezTo>
                    <a:pt x="350" y="8"/>
                    <a:pt x="350" y="8"/>
                    <a:pt x="350" y="8"/>
                  </a:cubicBezTo>
                  <a:cubicBezTo>
                    <a:pt x="358" y="0"/>
                    <a:pt x="371" y="0"/>
                    <a:pt x="379" y="8"/>
                  </a:cubicBezTo>
                  <a:cubicBezTo>
                    <a:pt x="379" y="8"/>
                    <a:pt x="379" y="8"/>
                    <a:pt x="379" y="8"/>
                  </a:cubicBezTo>
                  <a:cubicBezTo>
                    <a:pt x="387" y="16"/>
                    <a:pt x="387" y="28"/>
                    <a:pt x="379" y="36"/>
                  </a:cubicBezTo>
                  <a:cubicBezTo>
                    <a:pt x="379" y="36"/>
                    <a:pt x="379" y="36"/>
                    <a:pt x="379" y="36"/>
                  </a:cubicBezTo>
                  <a:cubicBezTo>
                    <a:pt x="152" y="263"/>
                    <a:pt x="152" y="263"/>
                    <a:pt x="152" y="263"/>
                  </a:cubicBezTo>
                  <a:cubicBezTo>
                    <a:pt x="148" y="267"/>
                    <a:pt x="143" y="269"/>
                    <a:pt x="138" y="26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p>
          </p:txBody>
        </p:sp>
      </p:grpSp>
      <p:grpSp>
        <p:nvGrpSpPr>
          <p:cNvPr id="9" name="Group 13"/>
          <p:cNvGrpSpPr>
            <a:grpSpLocks noChangeAspect="1"/>
          </p:cNvGrpSpPr>
          <p:nvPr/>
        </p:nvGrpSpPr>
        <p:grpSpPr bwMode="auto">
          <a:xfrm>
            <a:off x="4225466" y="3182921"/>
            <a:ext cx="328183" cy="327403"/>
            <a:chOff x="3665" y="2074"/>
            <a:chExt cx="421" cy="420"/>
          </a:xfrm>
          <a:solidFill>
            <a:schemeClr val="accent1"/>
          </a:solidFill>
        </p:grpSpPr>
        <p:sp>
          <p:nvSpPr>
            <p:cNvPr id="10" name="Freeform 14"/>
            <p:cNvSpPr>
              <a:spLocks noEditPoints="1"/>
            </p:cNvSpPr>
            <p:nvPr/>
          </p:nvSpPr>
          <p:spPr bwMode="auto">
            <a:xfrm>
              <a:off x="3665" y="2074"/>
              <a:ext cx="421" cy="420"/>
            </a:xfrm>
            <a:custGeom>
              <a:avLst/>
              <a:gdLst>
                <a:gd name="T0" fmla="*/ 350 w 699"/>
                <a:gd name="T1" fmla="*/ 698 h 698"/>
                <a:gd name="T2" fmla="*/ 0 w 699"/>
                <a:gd name="T3" fmla="*/ 349 h 698"/>
                <a:gd name="T4" fmla="*/ 350 w 699"/>
                <a:gd name="T5" fmla="*/ 0 h 698"/>
                <a:gd name="T6" fmla="*/ 699 w 699"/>
                <a:gd name="T7" fmla="*/ 349 h 698"/>
                <a:gd name="T8" fmla="*/ 350 w 699"/>
                <a:gd name="T9" fmla="*/ 698 h 698"/>
                <a:gd name="T10" fmla="*/ 350 w 699"/>
                <a:gd name="T11" fmla="*/ 40 h 698"/>
                <a:gd name="T12" fmla="*/ 40 w 699"/>
                <a:gd name="T13" fmla="*/ 349 h 698"/>
                <a:gd name="T14" fmla="*/ 350 w 699"/>
                <a:gd name="T15" fmla="*/ 658 h 698"/>
                <a:gd name="T16" fmla="*/ 659 w 699"/>
                <a:gd name="T17" fmla="*/ 349 h 698"/>
                <a:gd name="T18" fmla="*/ 350 w 699"/>
                <a:gd name="T19" fmla="*/ 40 h 6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99" h="698">
                  <a:moveTo>
                    <a:pt x="350" y="698"/>
                  </a:moveTo>
                  <a:cubicBezTo>
                    <a:pt x="157" y="698"/>
                    <a:pt x="0" y="542"/>
                    <a:pt x="0" y="349"/>
                  </a:cubicBezTo>
                  <a:cubicBezTo>
                    <a:pt x="0" y="156"/>
                    <a:pt x="157" y="0"/>
                    <a:pt x="350" y="0"/>
                  </a:cubicBezTo>
                  <a:cubicBezTo>
                    <a:pt x="542" y="0"/>
                    <a:pt x="699" y="156"/>
                    <a:pt x="699" y="349"/>
                  </a:cubicBezTo>
                  <a:cubicBezTo>
                    <a:pt x="699" y="542"/>
                    <a:pt x="542" y="698"/>
                    <a:pt x="350" y="698"/>
                  </a:cubicBezTo>
                  <a:close/>
                  <a:moveTo>
                    <a:pt x="350" y="40"/>
                  </a:moveTo>
                  <a:cubicBezTo>
                    <a:pt x="179" y="40"/>
                    <a:pt x="40" y="179"/>
                    <a:pt x="40" y="349"/>
                  </a:cubicBezTo>
                  <a:cubicBezTo>
                    <a:pt x="40" y="519"/>
                    <a:pt x="179" y="658"/>
                    <a:pt x="350" y="658"/>
                  </a:cubicBezTo>
                  <a:cubicBezTo>
                    <a:pt x="520" y="658"/>
                    <a:pt x="659" y="519"/>
                    <a:pt x="659" y="349"/>
                  </a:cubicBezTo>
                  <a:cubicBezTo>
                    <a:pt x="659" y="179"/>
                    <a:pt x="520" y="40"/>
                    <a:pt x="350" y="4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p>
          </p:txBody>
        </p:sp>
        <p:sp>
          <p:nvSpPr>
            <p:cNvPr id="11" name="Freeform 15"/>
            <p:cNvSpPr/>
            <p:nvPr/>
          </p:nvSpPr>
          <p:spPr bwMode="auto">
            <a:xfrm>
              <a:off x="3759" y="2204"/>
              <a:ext cx="233" cy="162"/>
            </a:xfrm>
            <a:custGeom>
              <a:avLst/>
              <a:gdLst>
                <a:gd name="T0" fmla="*/ 138 w 387"/>
                <a:gd name="T1" fmla="*/ 269 h 269"/>
                <a:gd name="T2" fmla="*/ 123 w 387"/>
                <a:gd name="T3" fmla="*/ 263 h 269"/>
                <a:gd name="T4" fmla="*/ 7 w 387"/>
                <a:gd name="T5" fmla="*/ 147 h 269"/>
                <a:gd name="T6" fmla="*/ 7 w 387"/>
                <a:gd name="T7" fmla="*/ 119 h 269"/>
                <a:gd name="T8" fmla="*/ 7 w 387"/>
                <a:gd name="T9" fmla="*/ 119 h 269"/>
                <a:gd name="T10" fmla="*/ 36 w 387"/>
                <a:gd name="T11" fmla="*/ 119 h 269"/>
                <a:gd name="T12" fmla="*/ 36 w 387"/>
                <a:gd name="T13" fmla="*/ 119 h 269"/>
                <a:gd name="T14" fmla="*/ 138 w 387"/>
                <a:gd name="T15" fmla="*/ 221 h 269"/>
                <a:gd name="T16" fmla="*/ 350 w 387"/>
                <a:gd name="T17" fmla="*/ 8 h 269"/>
                <a:gd name="T18" fmla="*/ 379 w 387"/>
                <a:gd name="T19" fmla="*/ 8 h 269"/>
                <a:gd name="T20" fmla="*/ 379 w 387"/>
                <a:gd name="T21" fmla="*/ 8 h 269"/>
                <a:gd name="T22" fmla="*/ 379 w 387"/>
                <a:gd name="T23" fmla="*/ 36 h 269"/>
                <a:gd name="T24" fmla="*/ 379 w 387"/>
                <a:gd name="T25" fmla="*/ 36 h 269"/>
                <a:gd name="T26" fmla="*/ 152 w 387"/>
                <a:gd name="T27" fmla="*/ 263 h 269"/>
                <a:gd name="T28" fmla="*/ 138 w 387"/>
                <a:gd name="T29" fmla="*/ 269 h 2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87" h="269">
                  <a:moveTo>
                    <a:pt x="138" y="269"/>
                  </a:moveTo>
                  <a:cubicBezTo>
                    <a:pt x="132" y="269"/>
                    <a:pt x="127" y="267"/>
                    <a:pt x="123" y="263"/>
                  </a:cubicBezTo>
                  <a:cubicBezTo>
                    <a:pt x="7" y="147"/>
                    <a:pt x="7" y="147"/>
                    <a:pt x="7" y="147"/>
                  </a:cubicBezTo>
                  <a:cubicBezTo>
                    <a:pt x="0" y="139"/>
                    <a:pt x="0" y="127"/>
                    <a:pt x="7" y="119"/>
                  </a:cubicBezTo>
                  <a:cubicBezTo>
                    <a:pt x="7" y="119"/>
                    <a:pt x="7" y="119"/>
                    <a:pt x="7" y="119"/>
                  </a:cubicBezTo>
                  <a:cubicBezTo>
                    <a:pt x="15" y="111"/>
                    <a:pt x="28" y="111"/>
                    <a:pt x="36" y="119"/>
                  </a:cubicBezTo>
                  <a:cubicBezTo>
                    <a:pt x="36" y="119"/>
                    <a:pt x="36" y="119"/>
                    <a:pt x="36" y="119"/>
                  </a:cubicBezTo>
                  <a:cubicBezTo>
                    <a:pt x="138" y="221"/>
                    <a:pt x="138" y="221"/>
                    <a:pt x="138" y="221"/>
                  </a:cubicBezTo>
                  <a:cubicBezTo>
                    <a:pt x="350" y="8"/>
                    <a:pt x="350" y="8"/>
                    <a:pt x="350" y="8"/>
                  </a:cubicBezTo>
                  <a:cubicBezTo>
                    <a:pt x="358" y="0"/>
                    <a:pt x="371" y="0"/>
                    <a:pt x="379" y="8"/>
                  </a:cubicBezTo>
                  <a:cubicBezTo>
                    <a:pt x="379" y="8"/>
                    <a:pt x="379" y="8"/>
                    <a:pt x="379" y="8"/>
                  </a:cubicBezTo>
                  <a:cubicBezTo>
                    <a:pt x="387" y="16"/>
                    <a:pt x="387" y="28"/>
                    <a:pt x="379" y="36"/>
                  </a:cubicBezTo>
                  <a:cubicBezTo>
                    <a:pt x="379" y="36"/>
                    <a:pt x="379" y="36"/>
                    <a:pt x="379" y="36"/>
                  </a:cubicBezTo>
                  <a:cubicBezTo>
                    <a:pt x="152" y="263"/>
                    <a:pt x="152" y="263"/>
                    <a:pt x="152" y="263"/>
                  </a:cubicBezTo>
                  <a:cubicBezTo>
                    <a:pt x="148" y="267"/>
                    <a:pt x="143" y="269"/>
                    <a:pt x="138" y="26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p>
          </p:txBody>
        </p:sp>
      </p:grpSp>
      <p:grpSp>
        <p:nvGrpSpPr>
          <p:cNvPr id="13" name="组合 12"/>
          <p:cNvGrpSpPr/>
          <p:nvPr/>
        </p:nvGrpSpPr>
        <p:grpSpPr>
          <a:xfrm>
            <a:off x="1856805" y="2215665"/>
            <a:ext cx="1487548" cy="1487548"/>
            <a:chOff x="2473104" y="2145028"/>
            <a:chExt cx="359165" cy="359165"/>
          </a:xfrm>
          <a:solidFill>
            <a:sysClr val="window" lastClr="FFFFFF"/>
          </a:solidFill>
        </p:grpSpPr>
        <p:sp>
          <p:nvSpPr>
            <p:cNvPr id="14" name="AutoShape 126"/>
            <p:cNvSpPr/>
            <p:nvPr/>
          </p:nvSpPr>
          <p:spPr bwMode="auto">
            <a:xfrm>
              <a:off x="2473104" y="2145028"/>
              <a:ext cx="359165" cy="35916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3499" y="14850"/>
                  </a:moveTo>
                  <a:cubicBezTo>
                    <a:pt x="9772" y="14850"/>
                    <a:pt x="6749" y="11827"/>
                    <a:pt x="6749" y="8100"/>
                  </a:cubicBezTo>
                  <a:cubicBezTo>
                    <a:pt x="6749" y="4372"/>
                    <a:pt x="9772" y="1350"/>
                    <a:pt x="13499" y="1350"/>
                  </a:cubicBezTo>
                  <a:cubicBezTo>
                    <a:pt x="17227" y="1350"/>
                    <a:pt x="20249" y="4372"/>
                    <a:pt x="20249" y="8100"/>
                  </a:cubicBezTo>
                  <a:cubicBezTo>
                    <a:pt x="20249" y="11827"/>
                    <a:pt x="17227" y="14850"/>
                    <a:pt x="13499" y="14850"/>
                  </a:cubicBezTo>
                  <a:moveTo>
                    <a:pt x="3236" y="20042"/>
                  </a:moveTo>
                  <a:cubicBezTo>
                    <a:pt x="3019" y="20266"/>
                    <a:pt x="2718" y="20408"/>
                    <a:pt x="2382" y="20408"/>
                  </a:cubicBezTo>
                  <a:cubicBezTo>
                    <a:pt x="1724" y="20408"/>
                    <a:pt x="1191" y="19875"/>
                    <a:pt x="1191" y="19218"/>
                  </a:cubicBezTo>
                  <a:cubicBezTo>
                    <a:pt x="1191" y="18881"/>
                    <a:pt x="1332" y="18580"/>
                    <a:pt x="1557" y="18363"/>
                  </a:cubicBezTo>
                  <a:lnTo>
                    <a:pt x="1551" y="18358"/>
                  </a:lnTo>
                  <a:lnTo>
                    <a:pt x="6996" y="12913"/>
                  </a:lnTo>
                  <a:cubicBezTo>
                    <a:pt x="7472" y="13555"/>
                    <a:pt x="8039" y="14122"/>
                    <a:pt x="8680" y="14599"/>
                  </a:cubicBezTo>
                  <a:cubicBezTo>
                    <a:pt x="8680" y="14599"/>
                    <a:pt x="3236" y="20042"/>
                    <a:pt x="3236" y="20042"/>
                  </a:cubicBezTo>
                  <a:close/>
                  <a:moveTo>
                    <a:pt x="13499" y="0"/>
                  </a:moveTo>
                  <a:cubicBezTo>
                    <a:pt x="9026" y="0"/>
                    <a:pt x="5399" y="3626"/>
                    <a:pt x="5399" y="8100"/>
                  </a:cubicBezTo>
                  <a:cubicBezTo>
                    <a:pt x="5399" y="9467"/>
                    <a:pt x="5742" y="10754"/>
                    <a:pt x="6341" y="11884"/>
                  </a:cubicBezTo>
                  <a:lnTo>
                    <a:pt x="709" y="17515"/>
                  </a:lnTo>
                  <a:lnTo>
                    <a:pt x="713" y="17520"/>
                  </a:lnTo>
                  <a:cubicBezTo>
                    <a:pt x="274" y="17953"/>
                    <a:pt x="0" y="18552"/>
                    <a:pt x="0" y="19218"/>
                  </a:cubicBezTo>
                  <a:cubicBezTo>
                    <a:pt x="0" y="20533"/>
                    <a:pt x="1066" y="21599"/>
                    <a:pt x="2382" y="21599"/>
                  </a:cubicBezTo>
                  <a:cubicBezTo>
                    <a:pt x="3047" y="21599"/>
                    <a:pt x="3647" y="21326"/>
                    <a:pt x="4079" y="20885"/>
                  </a:cubicBezTo>
                  <a:lnTo>
                    <a:pt x="4078" y="20884"/>
                  </a:lnTo>
                  <a:lnTo>
                    <a:pt x="9708" y="15255"/>
                  </a:lnTo>
                  <a:cubicBezTo>
                    <a:pt x="10839" y="15856"/>
                    <a:pt x="12128" y="16200"/>
                    <a:pt x="13499" y="16200"/>
                  </a:cubicBezTo>
                  <a:cubicBezTo>
                    <a:pt x="17973" y="16200"/>
                    <a:pt x="21600" y="12573"/>
                    <a:pt x="21600" y="8100"/>
                  </a:cubicBezTo>
                  <a:cubicBezTo>
                    <a:pt x="21600" y="3626"/>
                    <a:pt x="17973" y="0"/>
                    <a:pt x="13499" y="0"/>
                  </a:cubicBezTo>
                </a:path>
              </a:pathLst>
            </a:custGeom>
            <a:grpFill/>
            <a:ln>
              <a:noFill/>
            </a:ln>
            <a:effectLst/>
          </p:spPr>
          <p:txBody>
            <a:bodyPr lIns="25400" tIns="25400" rIns="25400" bIns="25400" anchor="ctr"/>
            <a:lstStyle/>
            <a:p>
              <a:pPr algn="ctr" defTabSz="304800" fontAlgn="base" hangingPunct="0">
                <a:spcBef>
                  <a:spcPct val="0"/>
                </a:spcBef>
                <a:spcAft>
                  <a:spcPct val="0"/>
                </a:spcAft>
                <a:defRPr/>
              </a:pPr>
              <a:endParaRPr lang="en-US" sz="2000" kern="0">
                <a:solidFill>
                  <a:srgbClr val="FFFFFF"/>
                </a:solidFill>
                <a:effectLst>
                  <a:outerShdw blurRad="38100" dist="38100" dir="2700000" algn="tl">
                    <a:srgbClr val="000000"/>
                  </a:outerShdw>
                </a:effectLst>
                <a:latin typeface="Gill Sans" panose="020B0502020104020203" charset="0"/>
                <a:ea typeface="宋体"/>
                <a:sym typeface="Gill Sans" panose="020B0502020104020203" charset="0"/>
              </a:endParaRPr>
            </a:p>
          </p:txBody>
        </p:sp>
        <p:sp>
          <p:nvSpPr>
            <p:cNvPr id="15" name="AutoShape 127"/>
            <p:cNvSpPr/>
            <p:nvPr/>
          </p:nvSpPr>
          <p:spPr bwMode="auto">
            <a:xfrm>
              <a:off x="2618611" y="2200897"/>
              <a:ext cx="84727" cy="84112"/>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0160" y="0"/>
                  </a:moveTo>
                  <a:cubicBezTo>
                    <a:pt x="9025" y="0"/>
                    <a:pt x="0" y="9025"/>
                    <a:pt x="0" y="20160"/>
                  </a:cubicBezTo>
                  <a:cubicBezTo>
                    <a:pt x="0" y="20954"/>
                    <a:pt x="644" y="21600"/>
                    <a:pt x="1440" y="21600"/>
                  </a:cubicBezTo>
                  <a:cubicBezTo>
                    <a:pt x="2235" y="21600"/>
                    <a:pt x="2880" y="20954"/>
                    <a:pt x="2880" y="20160"/>
                  </a:cubicBezTo>
                  <a:cubicBezTo>
                    <a:pt x="2880" y="10618"/>
                    <a:pt x="10617" y="2880"/>
                    <a:pt x="20160" y="2880"/>
                  </a:cubicBezTo>
                  <a:cubicBezTo>
                    <a:pt x="20955" y="2880"/>
                    <a:pt x="21599" y="2234"/>
                    <a:pt x="21599" y="1440"/>
                  </a:cubicBezTo>
                  <a:cubicBezTo>
                    <a:pt x="21599" y="645"/>
                    <a:pt x="20955" y="0"/>
                    <a:pt x="20160" y="0"/>
                  </a:cubicBezTo>
                </a:path>
              </a:pathLst>
            </a:custGeom>
            <a:grpFill/>
            <a:ln>
              <a:noFill/>
            </a:ln>
            <a:effectLst/>
          </p:spPr>
          <p:txBody>
            <a:bodyPr lIns="25400" tIns="25400" rIns="25400" bIns="25400" anchor="ctr"/>
            <a:lstStyle/>
            <a:p>
              <a:pPr algn="ctr" defTabSz="304800" fontAlgn="base" hangingPunct="0">
                <a:spcBef>
                  <a:spcPct val="0"/>
                </a:spcBef>
                <a:spcAft>
                  <a:spcPct val="0"/>
                </a:spcAft>
                <a:defRPr/>
              </a:pPr>
              <a:endParaRPr lang="en-US" sz="2000" kern="0">
                <a:solidFill>
                  <a:srgbClr val="FFFFFF"/>
                </a:solidFill>
                <a:effectLst>
                  <a:outerShdw blurRad="38100" dist="38100" dir="2700000" algn="tl">
                    <a:srgbClr val="000000"/>
                  </a:outerShdw>
                </a:effectLst>
                <a:latin typeface="Gill Sans" panose="020B0502020104020203" charset="0"/>
                <a:ea typeface="宋体"/>
                <a:sym typeface="Gill Sans" panose="020B0502020104020203" charset="0"/>
              </a:endParaRPr>
            </a:p>
          </p:txBody>
        </p:sp>
      </p:grpSp>
      <p:sp>
        <p:nvSpPr>
          <p:cNvPr id="2" name="文本框 1"/>
          <p:cNvSpPr txBox="1"/>
          <p:nvPr/>
        </p:nvSpPr>
        <p:spPr>
          <a:xfrm>
            <a:off x="4757420" y="2643505"/>
            <a:ext cx="5262880" cy="460375"/>
          </a:xfrm>
          <a:prstGeom prst="rect">
            <a:avLst/>
          </a:prstGeom>
          <a:noFill/>
        </p:spPr>
        <p:txBody>
          <a:bodyPr wrap="square" rtlCol="0">
            <a:spAutoFit/>
          </a:bodyPr>
          <a:lstStyle/>
          <a:p>
            <a:r>
              <a:rPr kumimoji="1" lang="en-US" altLang="zh-CN" sz="2400">
                <a:solidFill>
                  <a:schemeClr val="accent1"/>
                </a:solidFill>
                <a:effectLst>
                  <a:outerShdw blurRad="38100" dist="25400" dir="5400000" algn="ctr" rotWithShape="0">
                    <a:srgbClr val="6E747A">
                      <a:alpha val="43000"/>
                      <a:alpha val="43000"/>
                    </a:srgbClr>
                  </a:outerShdw>
                </a:effectLst>
                <a:latin typeface="Source Han Sans CN Bold" panose="020B0800000000000000" charset="-122"/>
                <a:ea typeface="Source Han Sans CN Bold" panose="020B0800000000000000" charset="-122"/>
                <a:cs typeface="Source Han Sans CN Bold" panose="020B0800000000000000" charset="-122"/>
                <a:sym typeface="+mn-ea"/>
              </a:rPr>
              <a:t>Advanced Feature Engineering</a:t>
            </a:r>
          </a:p>
        </p:txBody>
      </p:sp>
      <p:sp>
        <p:nvSpPr>
          <p:cNvPr id="8" name="文本框 7"/>
          <p:cNvSpPr txBox="1"/>
          <p:nvPr/>
        </p:nvSpPr>
        <p:spPr>
          <a:xfrm>
            <a:off x="4763770" y="3103880"/>
            <a:ext cx="5262880" cy="460375"/>
          </a:xfrm>
          <a:prstGeom prst="rect">
            <a:avLst/>
          </a:prstGeom>
          <a:noFill/>
        </p:spPr>
        <p:txBody>
          <a:bodyPr wrap="square" rtlCol="0">
            <a:spAutoFit/>
          </a:bodyPr>
          <a:lstStyle/>
          <a:p>
            <a:r>
              <a:rPr kumimoji="1" lang="en-US" altLang="zh-CN" sz="2400">
                <a:solidFill>
                  <a:schemeClr val="accent1"/>
                </a:solidFill>
                <a:effectLst>
                  <a:outerShdw blurRad="38100" dist="25400" dir="5400000" algn="ctr" rotWithShape="0">
                    <a:srgbClr val="6E747A">
                      <a:alpha val="43000"/>
                      <a:alpha val="43000"/>
                    </a:srgbClr>
                  </a:outerShdw>
                </a:effectLst>
                <a:latin typeface="Source Han Sans CN Bold" panose="020B0800000000000000" charset="-122"/>
                <a:ea typeface="Source Han Sans CN Bold" panose="020B0800000000000000" charset="-122"/>
                <a:cs typeface="Source Han Sans CN Bold" panose="020B0800000000000000" charset="-122"/>
                <a:sym typeface="+mn-ea"/>
              </a:rPr>
              <a:t>Addressing Data Imbalance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1"/>
          <p:cNvSpPr txBox="1"/>
          <p:nvPr/>
        </p:nvSpPr>
        <p:spPr>
          <a:xfrm>
            <a:off x="955602" y="1641345"/>
            <a:ext cx="2592000" cy="252000"/>
          </a:xfrm>
          <a:custGeom>
            <a:avLst/>
            <a:gdLst>
              <a:gd name="connsiteX0" fmla="*/ 0 w 2574758"/>
              <a:gd name="connsiteY0" fmla="*/ 0 h 637674"/>
              <a:gd name="connsiteX1" fmla="*/ 2574758 w 2574758"/>
              <a:gd name="connsiteY1" fmla="*/ 0 h 637674"/>
              <a:gd name="connsiteX2" fmla="*/ 1680828 w 2574758"/>
              <a:gd name="connsiteY2" fmla="*/ 637674 h 637674"/>
              <a:gd name="connsiteX3" fmla="*/ 1680828 w 2574758"/>
              <a:gd name="connsiteY3" fmla="*/ 238624 h 637674"/>
              <a:gd name="connsiteX4" fmla="*/ 0 w 2574758"/>
              <a:gd name="connsiteY4" fmla="*/ 238624 h 637674"/>
            </a:gdLst>
            <a:ahLst/>
            <a:cxnLst/>
            <a:rect l="l" t="t" r="r" b="b"/>
            <a:pathLst>
              <a:path w="2574758" h="637674">
                <a:moveTo>
                  <a:pt x="0" y="0"/>
                </a:moveTo>
                <a:lnTo>
                  <a:pt x="2574758" y="0"/>
                </a:lnTo>
                <a:lnTo>
                  <a:pt x="1680828" y="637674"/>
                </a:lnTo>
                <a:lnTo>
                  <a:pt x="1680828" y="238624"/>
                </a:lnTo>
                <a:lnTo>
                  <a:pt x="0" y="238624"/>
                </a:lnTo>
                <a:close/>
              </a:path>
            </a:pathLst>
          </a:custGeom>
          <a:solidFill>
            <a:schemeClr val="accent1"/>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4" name="标题 1"/>
          <p:cNvSpPr txBox="1"/>
          <p:nvPr/>
        </p:nvSpPr>
        <p:spPr>
          <a:xfrm>
            <a:off x="955602" y="1940327"/>
            <a:ext cx="7920000" cy="609605"/>
          </a:xfrm>
          <a:prstGeom prst="rect">
            <a:avLst/>
          </a:prstGeom>
          <a:noFill/>
          <a:ln cap="sq">
            <a:noFill/>
          </a:ln>
        </p:spPr>
        <p:txBody>
          <a:bodyPr vert="horz" wrap="square" lIns="0" tIns="0" rIns="0" bIns="0" rtlCol="0" anchor="t"/>
          <a:lstStyle/>
          <a:p>
            <a:pPr algn="l">
              <a:lnSpc>
                <a:spcPct val="150000"/>
              </a:lnSpc>
            </a:pPr>
            <a:r>
              <a:rPr kumimoji="1" lang="en-US" altLang="zh-CN" sz="1200">
                <a:ln w="12700">
                  <a:noFill/>
                </a:ln>
                <a:solidFill>
                  <a:srgbClr val="262626">
                    <a:alpha val="100000"/>
                  </a:srgbClr>
                </a:solidFill>
                <a:latin typeface="Source Han Sans"/>
                <a:ea typeface="Source Han Sans"/>
                <a:cs typeface="Source Han Sans"/>
              </a:rPr>
              <a:t>We set a fixed 2 - hour window for log aggregation. This window allows us to capture enough log data to derive meaningful statistical features while maintaining a fine - grained temporal resolution for timely fault detection.</a:t>
            </a:r>
          </a:p>
        </p:txBody>
      </p:sp>
      <p:sp>
        <p:nvSpPr>
          <p:cNvPr id="5" name="标题 1"/>
          <p:cNvSpPr txBox="1"/>
          <p:nvPr/>
        </p:nvSpPr>
        <p:spPr>
          <a:xfrm>
            <a:off x="969803" y="1194919"/>
            <a:ext cx="7920000" cy="429128"/>
          </a:xfrm>
          <a:prstGeom prst="rect">
            <a:avLst/>
          </a:prstGeom>
          <a:noFill/>
          <a:ln cap="sq">
            <a:noFill/>
          </a:ln>
        </p:spPr>
        <p:txBody>
          <a:bodyPr vert="horz" wrap="square" lIns="0" tIns="0" rIns="0" bIns="0" rtlCol="0" anchor="t"/>
          <a:lstStyle/>
          <a:p>
            <a:pPr algn="l">
              <a:lnSpc>
                <a:spcPct val="130000"/>
              </a:lnSpc>
            </a:pPr>
            <a:r>
              <a:rPr kumimoji="1" lang="en-US" altLang="zh-CN" sz="1600">
                <a:ln w="12700">
                  <a:noFill/>
                </a:ln>
                <a:solidFill>
                  <a:srgbClr val="1467F7">
                    <a:alpha val="100000"/>
                  </a:srgbClr>
                </a:solidFill>
                <a:latin typeface="Source Han Sans CN Bold" panose="020B0800000000000000" charset="-122"/>
                <a:ea typeface="Source Han Sans CN Bold" panose="020B0800000000000000" charset="-122"/>
                <a:cs typeface="Source Han Sans CN Bold" panose="020B0800000000000000" charset="-122"/>
              </a:rPr>
              <a:t>Log Aggregation Window Setting</a:t>
            </a:r>
            <a:endParaRPr kumimoji="1" lang="zh-CN" altLang="en-US"/>
          </a:p>
        </p:txBody>
      </p:sp>
      <p:sp>
        <p:nvSpPr>
          <p:cNvPr id="7" name="标题 1"/>
          <p:cNvSpPr txBox="1"/>
          <p:nvPr/>
        </p:nvSpPr>
        <p:spPr>
          <a:xfrm>
            <a:off x="2122550" y="3700101"/>
            <a:ext cx="7920000" cy="609605"/>
          </a:xfrm>
          <a:prstGeom prst="rect">
            <a:avLst/>
          </a:prstGeom>
          <a:noFill/>
          <a:ln cap="sq">
            <a:noFill/>
          </a:ln>
        </p:spPr>
        <p:txBody>
          <a:bodyPr vert="horz" wrap="square" lIns="0" tIns="0" rIns="0" bIns="0" rtlCol="0" anchor="t"/>
          <a:lstStyle/>
          <a:p>
            <a:pPr algn="l">
              <a:lnSpc>
                <a:spcPct val="150000"/>
              </a:lnSpc>
            </a:pPr>
            <a:r>
              <a:rPr kumimoji="1" lang="en-US" altLang="zh-CN" sz="1200"/>
              <a:t>This feature pinpoints the exact location of the error within the DRAM system, such as a specific memory bank, row, or column. Analyzing the frequency and distribution of errors across different locations helps us identify potential faulty regions.</a:t>
            </a:r>
          </a:p>
        </p:txBody>
      </p:sp>
      <p:sp>
        <p:nvSpPr>
          <p:cNvPr id="8" name="标题 1"/>
          <p:cNvSpPr txBox="1"/>
          <p:nvPr/>
        </p:nvSpPr>
        <p:spPr>
          <a:xfrm>
            <a:off x="2136751" y="2954693"/>
            <a:ext cx="7920000" cy="429128"/>
          </a:xfrm>
          <a:prstGeom prst="rect">
            <a:avLst/>
          </a:prstGeom>
          <a:noFill/>
          <a:ln cap="sq">
            <a:noFill/>
          </a:ln>
        </p:spPr>
        <p:txBody>
          <a:bodyPr vert="horz" wrap="square" lIns="0" tIns="0" rIns="0" bIns="0" rtlCol="0" anchor="t"/>
          <a:lstStyle/>
          <a:p>
            <a:pPr algn="l">
              <a:lnSpc>
                <a:spcPct val="130000"/>
              </a:lnSpc>
            </a:pPr>
            <a:r>
              <a:rPr kumimoji="1" lang="en-US" altLang="zh-CN" sz="1600">
                <a:ln w="12700">
                  <a:noFill/>
                </a:ln>
                <a:solidFill>
                  <a:srgbClr val="1467F7">
                    <a:alpha val="100000"/>
                  </a:srgbClr>
                </a:solidFill>
                <a:latin typeface="Source Han Sans CN Bold" panose="020B0800000000000000" charset="-122"/>
                <a:ea typeface="Source Han Sans CN Bold" panose="020B0800000000000000" charset="-122"/>
                <a:cs typeface="Source Han Sans CN Bold" panose="020B0800000000000000" charset="-122"/>
              </a:rPr>
              <a:t>Error Location</a:t>
            </a:r>
            <a:endParaRPr kumimoji="1" lang="zh-CN" altLang="en-US"/>
          </a:p>
        </p:txBody>
      </p:sp>
      <p:sp>
        <p:nvSpPr>
          <p:cNvPr id="9" name="标题 1"/>
          <p:cNvSpPr txBox="1"/>
          <p:nvPr/>
        </p:nvSpPr>
        <p:spPr>
          <a:xfrm>
            <a:off x="3289498" y="5135495"/>
            <a:ext cx="2592000" cy="252000"/>
          </a:xfrm>
          <a:custGeom>
            <a:avLst/>
            <a:gdLst>
              <a:gd name="connsiteX0" fmla="*/ 0 w 2574758"/>
              <a:gd name="connsiteY0" fmla="*/ 0 h 637674"/>
              <a:gd name="connsiteX1" fmla="*/ 2574758 w 2574758"/>
              <a:gd name="connsiteY1" fmla="*/ 0 h 637674"/>
              <a:gd name="connsiteX2" fmla="*/ 1680828 w 2574758"/>
              <a:gd name="connsiteY2" fmla="*/ 637674 h 637674"/>
              <a:gd name="connsiteX3" fmla="*/ 1680828 w 2574758"/>
              <a:gd name="connsiteY3" fmla="*/ 238624 h 637674"/>
              <a:gd name="connsiteX4" fmla="*/ 0 w 2574758"/>
              <a:gd name="connsiteY4" fmla="*/ 238624 h 637674"/>
            </a:gdLst>
            <a:ahLst/>
            <a:cxnLst/>
            <a:rect l="l" t="t" r="r" b="b"/>
            <a:pathLst>
              <a:path w="2574758" h="637674">
                <a:moveTo>
                  <a:pt x="0" y="0"/>
                </a:moveTo>
                <a:lnTo>
                  <a:pt x="2574758" y="0"/>
                </a:lnTo>
                <a:lnTo>
                  <a:pt x="1680828" y="637674"/>
                </a:lnTo>
                <a:lnTo>
                  <a:pt x="1680828" y="238624"/>
                </a:lnTo>
                <a:lnTo>
                  <a:pt x="0" y="238624"/>
                </a:lnTo>
                <a:close/>
              </a:path>
            </a:pathLst>
          </a:custGeom>
          <a:solidFill>
            <a:schemeClr val="accent1"/>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10" name="标题 1"/>
          <p:cNvSpPr txBox="1"/>
          <p:nvPr/>
        </p:nvSpPr>
        <p:spPr>
          <a:xfrm>
            <a:off x="3289300" y="5383530"/>
            <a:ext cx="7919720" cy="1219200"/>
          </a:xfrm>
          <a:prstGeom prst="rect">
            <a:avLst/>
          </a:prstGeom>
          <a:noFill/>
          <a:ln cap="sq">
            <a:noFill/>
          </a:ln>
        </p:spPr>
        <p:txBody>
          <a:bodyPr vert="horz" wrap="square" lIns="0" tIns="0" rIns="0" bIns="0" rtlCol="0" anchor="t"/>
          <a:lstStyle/>
          <a:p>
            <a:pPr algn="l">
              <a:lnSpc>
                <a:spcPct val="150000"/>
              </a:lnSpc>
            </a:pPr>
            <a:r>
              <a:rPr kumimoji="1" lang="en-US" altLang="zh-CN" sz="1200"/>
              <a:t>DQ - related features reflect the status of data transmission and buffering processes. </a:t>
            </a:r>
            <a:r>
              <a:rPr kumimoji="1" lang="en-US" altLang="zh-CN" sz="1200">
                <a:sym typeface="+mn-ea"/>
              </a:rPr>
              <a:t>Burst errors, where a series of consecutive bits are affected, are common in memory systems. This feature captures the characteristics of DQ and burst errors, including length, interval between bursts and DQs, and frequency of occurrence, helping us understand error propagation patterns.</a:t>
            </a:r>
            <a:endParaRPr kumimoji="1" lang="en-US" altLang="zh-CN" sz="1200"/>
          </a:p>
        </p:txBody>
      </p:sp>
      <p:sp>
        <p:nvSpPr>
          <p:cNvPr id="11" name="标题 1"/>
          <p:cNvSpPr txBox="1"/>
          <p:nvPr/>
        </p:nvSpPr>
        <p:spPr>
          <a:xfrm>
            <a:off x="3303699" y="4689068"/>
            <a:ext cx="7920000" cy="429128"/>
          </a:xfrm>
          <a:prstGeom prst="rect">
            <a:avLst/>
          </a:prstGeom>
          <a:noFill/>
          <a:ln cap="sq">
            <a:noFill/>
          </a:ln>
        </p:spPr>
        <p:txBody>
          <a:bodyPr vert="horz" wrap="square" lIns="0" tIns="0" rIns="0" bIns="0" rtlCol="0" anchor="t"/>
          <a:lstStyle/>
          <a:p>
            <a:pPr algn="l">
              <a:lnSpc>
                <a:spcPct val="130000"/>
              </a:lnSpc>
            </a:pPr>
            <a:r>
              <a:rPr kumimoji="1" lang="en-US" altLang="zh-CN" sz="1600">
                <a:ln w="12700">
                  <a:noFill/>
                </a:ln>
                <a:solidFill>
                  <a:srgbClr val="1467F7">
                    <a:alpha val="100000"/>
                  </a:srgbClr>
                </a:solidFill>
                <a:latin typeface="Source Han Sans CN Bold" panose="020B0800000000000000" charset="-122"/>
                <a:ea typeface="Source Han Sans CN Bold" panose="020B0800000000000000" charset="-122"/>
                <a:cs typeface="Source Han Sans CN Bold" panose="020B0800000000000000" charset="-122"/>
              </a:rPr>
              <a:t>DQ and Burst Features</a:t>
            </a:r>
            <a:endParaRPr kumimoji="1" lang="zh-CN" altLang="en-US"/>
          </a:p>
        </p:txBody>
      </p:sp>
      <p:sp>
        <p:nvSpPr>
          <p:cNvPr id="12" name="标题 1"/>
          <p:cNvSpPr txBox="1"/>
          <p:nvPr/>
        </p:nvSpPr>
        <p:spPr>
          <a:xfrm>
            <a:off x="316690" y="373380"/>
            <a:ext cx="8171180" cy="655320"/>
          </a:xfrm>
          <a:prstGeom prst="roundRect">
            <a:avLst>
              <a:gd name="adj" fmla="val 13854"/>
            </a:avLst>
          </a:prstGeom>
          <a:gradFill>
            <a:gsLst>
              <a:gs pos="0">
                <a:schemeClr val="bg1">
                  <a:lumMod val="95000"/>
                </a:schemeClr>
              </a:gs>
              <a:gs pos="80000">
                <a:schemeClr val="bg1"/>
              </a:gs>
            </a:gsLst>
            <a:lin ang="0" scaled="0"/>
          </a:gra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13" name="标题 1"/>
          <p:cNvSpPr txBox="1"/>
          <p:nvPr/>
        </p:nvSpPr>
        <p:spPr>
          <a:xfrm>
            <a:off x="783520" y="467040"/>
            <a:ext cx="10671175" cy="468000"/>
          </a:xfrm>
          <a:prstGeom prst="rect">
            <a:avLst/>
          </a:prstGeom>
          <a:noFill/>
          <a:ln>
            <a:noFill/>
          </a:ln>
        </p:spPr>
        <p:txBody>
          <a:bodyPr vert="horz" wrap="square" lIns="0" tIns="0" rIns="0" bIns="0" rtlCol="0" anchor="ctr"/>
          <a:lstStyle/>
          <a:p>
            <a:pPr algn="l">
              <a:lnSpc>
                <a:spcPct val="110000"/>
              </a:lnSpc>
            </a:pPr>
            <a:r>
              <a:rPr kumimoji="1" lang="en-US" altLang="zh-CN" sz="2800">
                <a:ln w="12700">
                  <a:noFill/>
                </a:ln>
                <a:solidFill>
                  <a:srgbClr val="262626">
                    <a:alpha val="100000"/>
                  </a:srgbClr>
                </a:solidFill>
                <a:latin typeface="Source Han Sans CN Bold" panose="020B0800000000000000" charset="-122"/>
                <a:ea typeface="Source Han Sans CN Bold" panose="020B0800000000000000" charset="-122"/>
                <a:cs typeface="Source Han Sans CN Bold" panose="020B0800000000000000" charset="-122"/>
                <a:sym typeface="+mn-ea"/>
              </a:rPr>
              <a:t>Advanced Feature Engineering</a:t>
            </a:r>
            <a:endParaRPr kumimoji="1" lang="zh-CN" altLang="en-US"/>
          </a:p>
        </p:txBody>
      </p:sp>
      <p:sp>
        <p:nvSpPr>
          <p:cNvPr id="50" name="标题 1"/>
          <p:cNvSpPr txBox="1"/>
          <p:nvPr/>
        </p:nvSpPr>
        <p:spPr>
          <a:xfrm>
            <a:off x="469900" y="0"/>
            <a:ext cx="190500" cy="1028700"/>
          </a:xfrm>
          <a:prstGeom prst="rect">
            <a:avLst/>
          </a:prstGeom>
          <a:solidFill>
            <a:schemeClr val="accent1"/>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51" name="标题 1"/>
          <p:cNvSpPr txBox="1"/>
          <p:nvPr/>
        </p:nvSpPr>
        <p:spPr>
          <a:xfrm>
            <a:off x="196850" y="0"/>
            <a:ext cx="190500" cy="1028700"/>
          </a:xfrm>
          <a:prstGeom prst="rect">
            <a:avLst/>
          </a:prstGeom>
          <a:solidFill>
            <a:schemeClr val="accent1"/>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2" name="标题 1"/>
          <p:cNvSpPr txBox="1"/>
          <p:nvPr/>
        </p:nvSpPr>
        <p:spPr>
          <a:xfrm>
            <a:off x="2136702" y="3416170"/>
            <a:ext cx="2592000" cy="252000"/>
          </a:xfrm>
          <a:custGeom>
            <a:avLst/>
            <a:gdLst>
              <a:gd name="connsiteX0" fmla="*/ 0 w 2574758"/>
              <a:gd name="connsiteY0" fmla="*/ 0 h 637674"/>
              <a:gd name="connsiteX1" fmla="*/ 2574758 w 2574758"/>
              <a:gd name="connsiteY1" fmla="*/ 0 h 637674"/>
              <a:gd name="connsiteX2" fmla="*/ 1680828 w 2574758"/>
              <a:gd name="connsiteY2" fmla="*/ 637674 h 637674"/>
              <a:gd name="connsiteX3" fmla="*/ 1680828 w 2574758"/>
              <a:gd name="connsiteY3" fmla="*/ 238624 h 637674"/>
              <a:gd name="connsiteX4" fmla="*/ 0 w 2574758"/>
              <a:gd name="connsiteY4" fmla="*/ 238624 h 637674"/>
            </a:gdLst>
            <a:ahLst/>
            <a:cxnLst/>
            <a:rect l="l" t="t" r="r" b="b"/>
            <a:pathLst>
              <a:path w="2574758" h="637674">
                <a:moveTo>
                  <a:pt x="0" y="0"/>
                </a:moveTo>
                <a:lnTo>
                  <a:pt x="2574758" y="0"/>
                </a:lnTo>
                <a:lnTo>
                  <a:pt x="1680828" y="637674"/>
                </a:lnTo>
                <a:lnTo>
                  <a:pt x="1680828" y="238624"/>
                </a:lnTo>
                <a:lnTo>
                  <a:pt x="0" y="238624"/>
                </a:lnTo>
                <a:close/>
              </a:path>
            </a:pathLst>
          </a:custGeom>
          <a:solidFill>
            <a:schemeClr val="accent1"/>
          </a:solidFill>
          <a:ln w="12700" cap="sq">
            <a:noFill/>
            <a:miter/>
          </a:ln>
        </p:spPr>
        <p:txBody>
          <a:bodyPr vert="horz" wrap="square" lIns="91440" tIns="45720" rIns="91440" bIns="45720" rtlCol="0" anchor="ctr"/>
          <a:lstStyle/>
          <a:p>
            <a:pPr algn="ctr">
              <a:lnSpc>
                <a:spcPct val="110000"/>
              </a:lnSpc>
            </a:pPr>
            <a:endParaRPr kumimoji="1" lang="zh-CN" alt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2" name="标题 1"/>
          <p:cNvCxnSpPr/>
          <p:nvPr/>
        </p:nvCxnSpPr>
        <p:spPr>
          <a:xfrm>
            <a:off x="1190779" y="3717574"/>
            <a:ext cx="9979880" cy="2241"/>
          </a:xfrm>
          <a:prstGeom prst="line">
            <a:avLst/>
          </a:prstGeom>
          <a:noFill/>
          <a:ln w="19050" cap="flat">
            <a:solidFill>
              <a:srgbClr val="B8B8B8">
                <a:alpha val="100000"/>
              </a:srgbClr>
            </a:solidFill>
            <a:prstDash val="solid"/>
            <a:miter/>
            <a:headEnd type="oval" w="lg" len="lg"/>
            <a:tailEnd type="oval" w="lg" len="lg"/>
          </a:ln>
        </p:spPr>
      </p:cxnSp>
      <p:cxnSp>
        <p:nvCxnSpPr>
          <p:cNvPr id="16" name="标题 1"/>
          <p:cNvCxnSpPr/>
          <p:nvPr/>
        </p:nvCxnSpPr>
        <p:spPr>
          <a:xfrm rot="5400000" flipH="1" flipV="1">
            <a:off x="2698510" y="4145168"/>
            <a:ext cx="806455" cy="2241"/>
          </a:xfrm>
          <a:prstGeom prst="line">
            <a:avLst/>
          </a:prstGeom>
          <a:noFill/>
          <a:ln w="19050" cap="flat">
            <a:solidFill>
              <a:srgbClr val="B8B8B8">
                <a:alpha val="100000"/>
              </a:srgbClr>
            </a:solidFill>
            <a:prstDash val="solid"/>
            <a:miter/>
            <a:headEnd type="none"/>
            <a:tailEnd type="oval"/>
          </a:ln>
        </p:spPr>
      </p:cxnSp>
      <p:sp>
        <p:nvSpPr>
          <p:cNvPr id="17" name="标题 1"/>
          <p:cNvSpPr txBox="1"/>
          <p:nvPr/>
        </p:nvSpPr>
        <p:spPr>
          <a:xfrm>
            <a:off x="2755062" y="4569425"/>
            <a:ext cx="693350" cy="693348"/>
          </a:xfrm>
          <a:prstGeom prst="round2DiagRect">
            <a:avLst/>
          </a:prstGeom>
          <a:gradFill>
            <a:gsLst>
              <a:gs pos="0">
                <a:schemeClr val="accent1">
                  <a:lumMod val="60000"/>
                  <a:lumOff val="40000"/>
                </a:schemeClr>
              </a:gs>
              <a:gs pos="73000">
                <a:schemeClr val="accent1"/>
              </a:gs>
            </a:gsLst>
            <a:path path="circle">
              <a:fillToRect r="100000" b="100000"/>
            </a:path>
            <a:tileRect l="-100000" t="-100000"/>
          </a:gradFill>
          <a:ln w="38100" cap="flat">
            <a:noFill/>
            <a:miter/>
          </a:ln>
          <a:effectLst>
            <a:outerShdw blurRad="152400" dist="76200" dir="2700000" algn="tl" rotWithShape="0">
              <a:schemeClr val="accent1">
                <a:lumMod val="50000"/>
                <a:alpha val="30000"/>
              </a:schemeClr>
            </a:outerShdw>
          </a:effectLst>
        </p:spPr>
        <p:txBody>
          <a:bodyPr vert="horz" wrap="square" lIns="91440" tIns="45720" rIns="91440" bIns="45720" rtlCol="0" anchor="ctr"/>
          <a:lstStyle/>
          <a:p>
            <a:pPr algn="ctr">
              <a:lnSpc>
                <a:spcPct val="110000"/>
              </a:lnSpc>
            </a:pPr>
            <a:endParaRPr kumimoji="1" lang="zh-CN" altLang="en-US"/>
          </a:p>
        </p:txBody>
      </p:sp>
      <p:sp>
        <p:nvSpPr>
          <p:cNvPr id="18" name="标题 1"/>
          <p:cNvSpPr txBox="1"/>
          <p:nvPr/>
        </p:nvSpPr>
        <p:spPr>
          <a:xfrm>
            <a:off x="1898549" y="2239449"/>
            <a:ext cx="2406377" cy="1282005"/>
          </a:xfrm>
          <a:prstGeom prst="rect">
            <a:avLst/>
          </a:prstGeom>
          <a:noFill/>
          <a:ln cap="sq">
            <a:noFill/>
          </a:ln>
        </p:spPr>
        <p:txBody>
          <a:bodyPr vert="horz" wrap="square" lIns="0" tIns="0" rIns="0" bIns="0" rtlCol="0" anchor="t"/>
          <a:lstStyle/>
          <a:p>
            <a:pPr algn="ctr">
              <a:lnSpc>
                <a:spcPct val="150000"/>
              </a:lnSpc>
            </a:pPr>
            <a:r>
              <a:rPr kumimoji="1" lang="en-US" altLang="zh-CN" sz="1000"/>
              <a:t>We compute the temporal derivatives of the above features to capture their dynamic nature over time. These derivatives provide information about the trend and volatility of error - related characteristics.</a:t>
            </a:r>
          </a:p>
        </p:txBody>
      </p:sp>
      <p:sp>
        <p:nvSpPr>
          <p:cNvPr id="19" name="标题 1"/>
          <p:cNvSpPr txBox="1"/>
          <p:nvPr/>
        </p:nvSpPr>
        <p:spPr>
          <a:xfrm>
            <a:off x="1898549" y="1405266"/>
            <a:ext cx="2406377" cy="811951"/>
          </a:xfrm>
          <a:prstGeom prst="rect">
            <a:avLst/>
          </a:prstGeom>
          <a:noFill/>
          <a:ln>
            <a:noFill/>
          </a:ln>
        </p:spPr>
        <p:txBody>
          <a:bodyPr vert="horz" wrap="square" lIns="91440" tIns="45720" rIns="91440" bIns="45720" rtlCol="0" anchor="b"/>
          <a:lstStyle/>
          <a:p>
            <a:pPr algn="ctr">
              <a:lnSpc>
                <a:spcPct val="130000"/>
              </a:lnSpc>
            </a:pPr>
            <a:r>
              <a:rPr kumimoji="1" lang="en-US" altLang="zh-CN" sz="1600">
                <a:ln w="12700">
                  <a:noFill/>
                </a:ln>
                <a:solidFill>
                  <a:srgbClr val="04C991">
                    <a:alpha val="100000"/>
                  </a:srgbClr>
                </a:solidFill>
                <a:latin typeface="Source Han Sans CN Bold" panose="020B0800000000000000" charset="-122"/>
                <a:ea typeface="Source Han Sans CN Bold" panose="020B0800000000000000" charset="-122"/>
                <a:cs typeface="Source Han Sans CN Bold" panose="020B0800000000000000" charset="-122"/>
              </a:rPr>
              <a:t>Temporal Change - based Statistical Derivative Features</a:t>
            </a:r>
            <a:endParaRPr kumimoji="1" lang="zh-CN" altLang="en-US"/>
          </a:p>
        </p:txBody>
      </p:sp>
      <p:sp>
        <p:nvSpPr>
          <p:cNvPr id="20" name="标题 1"/>
          <p:cNvSpPr txBox="1"/>
          <p:nvPr/>
        </p:nvSpPr>
        <p:spPr>
          <a:xfrm>
            <a:off x="2959559" y="4782093"/>
            <a:ext cx="284357" cy="268013"/>
          </a:xfrm>
          <a:custGeom>
            <a:avLst/>
            <a:gdLst>
              <a:gd name="connsiteX0" fmla="*/ 1110072 w 1498885"/>
              <a:gd name="connsiteY0" fmla="*/ 1039039 h 1412736"/>
              <a:gd name="connsiteX1" fmla="*/ 1149511 w 1498885"/>
              <a:gd name="connsiteY1" fmla="*/ 1055363 h 1412736"/>
              <a:gd name="connsiteX2" fmla="*/ 1371451 w 1498885"/>
              <a:gd name="connsiteY2" fmla="*/ 1277303 h 1412736"/>
              <a:gd name="connsiteX3" fmla="*/ 1371451 w 1498885"/>
              <a:gd name="connsiteY3" fmla="*/ 1356182 h 1412736"/>
              <a:gd name="connsiteX4" fmla="*/ 1332012 w 1498885"/>
              <a:gd name="connsiteY4" fmla="*/ 1372553 h 1412736"/>
              <a:gd name="connsiteX5" fmla="*/ 1292572 w 1498885"/>
              <a:gd name="connsiteY5" fmla="*/ 1356182 h 1412736"/>
              <a:gd name="connsiteX6" fmla="*/ 1070632 w 1498885"/>
              <a:gd name="connsiteY6" fmla="*/ 1134242 h 1412736"/>
              <a:gd name="connsiteX7" fmla="*/ 1070632 w 1498885"/>
              <a:gd name="connsiteY7" fmla="*/ 1055363 h 1412736"/>
              <a:gd name="connsiteX8" fmla="*/ 1110072 w 1498885"/>
              <a:gd name="connsiteY8" fmla="*/ 1039039 h 1412736"/>
              <a:gd name="connsiteX9" fmla="*/ 1110072 w 1498885"/>
              <a:gd name="connsiteY9" fmla="*/ 705989 h 1412736"/>
              <a:gd name="connsiteX10" fmla="*/ 1443075 w 1498885"/>
              <a:gd name="connsiteY10" fmla="*/ 705989 h 1412736"/>
              <a:gd name="connsiteX11" fmla="*/ 1498885 w 1498885"/>
              <a:gd name="connsiteY11" fmla="*/ 761800 h 1412736"/>
              <a:gd name="connsiteX12" fmla="*/ 1443075 w 1498885"/>
              <a:gd name="connsiteY12" fmla="*/ 817611 h 1412736"/>
              <a:gd name="connsiteX13" fmla="*/ 1110072 w 1498885"/>
              <a:gd name="connsiteY13" fmla="*/ 817611 h 1412736"/>
              <a:gd name="connsiteX14" fmla="*/ 1054261 w 1498885"/>
              <a:gd name="connsiteY14" fmla="*/ 761800 h 1412736"/>
              <a:gd name="connsiteX15" fmla="*/ 1110072 w 1498885"/>
              <a:gd name="connsiteY15" fmla="*/ 705989 h 1412736"/>
              <a:gd name="connsiteX16" fmla="*/ 1332012 w 1498885"/>
              <a:gd name="connsiteY16" fmla="*/ 151093 h 1412736"/>
              <a:gd name="connsiteX17" fmla="*/ 1371451 w 1498885"/>
              <a:gd name="connsiteY17" fmla="*/ 167418 h 1412736"/>
              <a:gd name="connsiteX18" fmla="*/ 1371451 w 1498885"/>
              <a:gd name="connsiteY18" fmla="*/ 246297 h 1412736"/>
              <a:gd name="connsiteX19" fmla="*/ 1149511 w 1498885"/>
              <a:gd name="connsiteY19" fmla="*/ 468236 h 1412736"/>
              <a:gd name="connsiteX20" fmla="*/ 1110072 w 1498885"/>
              <a:gd name="connsiteY20" fmla="*/ 484608 h 1412736"/>
              <a:gd name="connsiteX21" fmla="*/ 1070632 w 1498885"/>
              <a:gd name="connsiteY21" fmla="*/ 468236 h 1412736"/>
              <a:gd name="connsiteX22" fmla="*/ 1070632 w 1498885"/>
              <a:gd name="connsiteY22" fmla="*/ 389358 h 1412736"/>
              <a:gd name="connsiteX23" fmla="*/ 1292572 w 1498885"/>
              <a:gd name="connsiteY23" fmla="*/ 167418 h 1412736"/>
              <a:gd name="connsiteX24" fmla="*/ 1332012 w 1498885"/>
              <a:gd name="connsiteY24" fmla="*/ 151093 h 1412736"/>
              <a:gd name="connsiteX25" fmla="*/ 709724 w 1498885"/>
              <a:gd name="connsiteY25" fmla="*/ 111607 h 1412736"/>
              <a:gd name="connsiteX26" fmla="*/ 649635 w 1498885"/>
              <a:gd name="connsiteY26" fmla="*/ 127420 h 1412736"/>
              <a:gd name="connsiteX27" fmla="*/ 174129 w 1498885"/>
              <a:gd name="connsiteY27" fmla="*/ 394752 h 1412736"/>
              <a:gd name="connsiteX28" fmla="*/ 111621 w 1498885"/>
              <a:gd name="connsiteY28" fmla="*/ 501536 h 1412736"/>
              <a:gd name="connsiteX29" fmla="*/ 111621 w 1498885"/>
              <a:gd name="connsiteY29" fmla="*/ 910814 h 1412736"/>
              <a:gd name="connsiteX30" fmla="*/ 174129 w 1498885"/>
              <a:gd name="connsiteY30" fmla="*/ 1017598 h 1412736"/>
              <a:gd name="connsiteX31" fmla="*/ 649821 w 1498885"/>
              <a:gd name="connsiteY31" fmla="*/ 1284930 h 1412736"/>
              <a:gd name="connsiteX32" fmla="*/ 771674 w 1498885"/>
              <a:gd name="connsiteY32" fmla="*/ 1283814 h 1412736"/>
              <a:gd name="connsiteX33" fmla="*/ 832321 w 1498885"/>
              <a:gd name="connsiteY33" fmla="*/ 1178146 h 1412736"/>
              <a:gd name="connsiteX34" fmla="*/ 832321 w 1498885"/>
              <a:gd name="connsiteY34" fmla="*/ 234204 h 1412736"/>
              <a:gd name="connsiteX35" fmla="*/ 771674 w 1498885"/>
              <a:gd name="connsiteY35" fmla="*/ 128536 h 1412736"/>
              <a:gd name="connsiteX36" fmla="*/ 709724 w 1498885"/>
              <a:gd name="connsiteY36" fmla="*/ 111607 h 1412736"/>
              <a:gd name="connsiteX37" fmla="*/ 711864 w 1498885"/>
              <a:gd name="connsiteY37" fmla="*/ 9 h 1412736"/>
              <a:gd name="connsiteX38" fmla="*/ 828043 w 1498885"/>
              <a:gd name="connsiteY38" fmla="*/ 32356 h 1412736"/>
              <a:gd name="connsiteX39" fmla="*/ 943942 w 1498885"/>
              <a:gd name="connsiteY39" fmla="*/ 234390 h 1412736"/>
              <a:gd name="connsiteX40" fmla="*/ 943942 w 1498885"/>
              <a:gd name="connsiteY40" fmla="*/ 1178518 h 1412736"/>
              <a:gd name="connsiteX41" fmla="*/ 828043 w 1498885"/>
              <a:gd name="connsiteY41" fmla="*/ 1380552 h 1412736"/>
              <a:gd name="connsiteX42" fmla="*/ 709910 w 1498885"/>
              <a:gd name="connsiteY42" fmla="*/ 1412736 h 1412736"/>
              <a:gd name="connsiteX43" fmla="*/ 595126 w 1498885"/>
              <a:gd name="connsiteY43" fmla="*/ 1382413 h 1412736"/>
              <a:gd name="connsiteX44" fmla="*/ 119435 w 1498885"/>
              <a:gd name="connsiteY44" fmla="*/ 1115080 h 1412736"/>
              <a:gd name="connsiteX45" fmla="*/ 0 w 1498885"/>
              <a:gd name="connsiteY45" fmla="*/ 911000 h 1412736"/>
              <a:gd name="connsiteX46" fmla="*/ 0 w 1498885"/>
              <a:gd name="connsiteY46" fmla="*/ 501722 h 1412736"/>
              <a:gd name="connsiteX47" fmla="*/ 119435 w 1498885"/>
              <a:gd name="connsiteY47" fmla="*/ 297642 h 1412736"/>
              <a:gd name="connsiteX48" fmla="*/ 595126 w 1498885"/>
              <a:gd name="connsiteY48" fmla="*/ 30309 h 1412736"/>
              <a:gd name="connsiteX49" fmla="*/ 711864 w 1498885"/>
              <a:gd name="connsiteY49" fmla="*/ 9 h 1412736"/>
            </a:gdLst>
            <a:ahLst/>
            <a:cxnLst/>
            <a:rect l="l" t="t" r="r" b="b"/>
            <a:pathLst>
              <a:path w="1498885" h="1412736">
                <a:moveTo>
                  <a:pt x="1110072" y="1039039"/>
                </a:moveTo>
                <a:cubicBezTo>
                  <a:pt x="1124350" y="1039039"/>
                  <a:pt x="1138628" y="1044480"/>
                  <a:pt x="1149511" y="1055363"/>
                </a:cubicBezTo>
                <a:lnTo>
                  <a:pt x="1371451" y="1277303"/>
                </a:lnTo>
                <a:cubicBezTo>
                  <a:pt x="1393217" y="1299070"/>
                  <a:pt x="1393217" y="1334416"/>
                  <a:pt x="1371451" y="1356182"/>
                </a:cubicBezTo>
                <a:cubicBezTo>
                  <a:pt x="1360661" y="1366972"/>
                  <a:pt x="1346336" y="1372553"/>
                  <a:pt x="1332012" y="1372553"/>
                </a:cubicBezTo>
                <a:cubicBezTo>
                  <a:pt x="1317687" y="1372553"/>
                  <a:pt x="1303362" y="1367158"/>
                  <a:pt x="1292572" y="1356182"/>
                </a:cubicBezTo>
                <a:lnTo>
                  <a:pt x="1070632" y="1134242"/>
                </a:lnTo>
                <a:cubicBezTo>
                  <a:pt x="1048866" y="1112476"/>
                  <a:pt x="1048866" y="1077130"/>
                  <a:pt x="1070632" y="1055363"/>
                </a:cubicBezTo>
                <a:cubicBezTo>
                  <a:pt x="1081515" y="1044480"/>
                  <a:pt x="1095793" y="1039039"/>
                  <a:pt x="1110072" y="1039039"/>
                </a:cubicBezTo>
                <a:close/>
                <a:moveTo>
                  <a:pt x="1110072" y="705989"/>
                </a:moveTo>
                <a:lnTo>
                  <a:pt x="1443075" y="705989"/>
                </a:lnTo>
                <a:cubicBezTo>
                  <a:pt x="1473956" y="705989"/>
                  <a:pt x="1498885" y="730918"/>
                  <a:pt x="1498885" y="761800"/>
                </a:cubicBezTo>
                <a:cubicBezTo>
                  <a:pt x="1498885" y="792682"/>
                  <a:pt x="1473770" y="817611"/>
                  <a:pt x="1443075" y="817611"/>
                </a:cubicBezTo>
                <a:lnTo>
                  <a:pt x="1110072" y="817611"/>
                </a:lnTo>
                <a:cubicBezTo>
                  <a:pt x="1079190" y="817611"/>
                  <a:pt x="1054261" y="792682"/>
                  <a:pt x="1054261" y="761800"/>
                </a:cubicBezTo>
                <a:cubicBezTo>
                  <a:pt x="1054261" y="730918"/>
                  <a:pt x="1079190" y="705989"/>
                  <a:pt x="1110072" y="705989"/>
                </a:cubicBezTo>
                <a:close/>
                <a:moveTo>
                  <a:pt x="1332012" y="151093"/>
                </a:moveTo>
                <a:cubicBezTo>
                  <a:pt x="1346290" y="151093"/>
                  <a:pt x="1360568" y="156535"/>
                  <a:pt x="1371451" y="167418"/>
                </a:cubicBezTo>
                <a:cubicBezTo>
                  <a:pt x="1393217" y="189184"/>
                  <a:pt x="1393217" y="224530"/>
                  <a:pt x="1371451" y="246297"/>
                </a:cubicBezTo>
                <a:lnTo>
                  <a:pt x="1149511" y="468236"/>
                </a:lnTo>
                <a:cubicBezTo>
                  <a:pt x="1138721" y="479213"/>
                  <a:pt x="1124396" y="484608"/>
                  <a:pt x="1110072" y="484608"/>
                </a:cubicBezTo>
                <a:cubicBezTo>
                  <a:pt x="1095747" y="484608"/>
                  <a:pt x="1081422" y="479213"/>
                  <a:pt x="1070632" y="468236"/>
                </a:cubicBezTo>
                <a:cubicBezTo>
                  <a:pt x="1048866" y="446470"/>
                  <a:pt x="1048866" y="411124"/>
                  <a:pt x="1070632" y="389358"/>
                </a:cubicBezTo>
                <a:lnTo>
                  <a:pt x="1292572" y="167418"/>
                </a:lnTo>
                <a:cubicBezTo>
                  <a:pt x="1303455" y="156535"/>
                  <a:pt x="1317733" y="151093"/>
                  <a:pt x="1332012" y="151093"/>
                </a:cubicBezTo>
                <a:close/>
                <a:moveTo>
                  <a:pt x="709724" y="111607"/>
                </a:moveTo>
                <a:cubicBezTo>
                  <a:pt x="689074" y="111607"/>
                  <a:pt x="668610" y="116816"/>
                  <a:pt x="649635" y="127420"/>
                </a:cubicBezTo>
                <a:lnTo>
                  <a:pt x="174129" y="394752"/>
                </a:lnTo>
                <a:cubicBezTo>
                  <a:pt x="135620" y="416332"/>
                  <a:pt x="111621" y="457260"/>
                  <a:pt x="111621" y="501536"/>
                </a:cubicBezTo>
                <a:lnTo>
                  <a:pt x="111621" y="910814"/>
                </a:lnTo>
                <a:cubicBezTo>
                  <a:pt x="111621" y="955090"/>
                  <a:pt x="135620" y="996018"/>
                  <a:pt x="174129" y="1017598"/>
                </a:cubicBezTo>
                <a:lnTo>
                  <a:pt x="649821" y="1284930"/>
                </a:lnTo>
                <a:cubicBezTo>
                  <a:pt x="688144" y="1306510"/>
                  <a:pt x="733723" y="1306138"/>
                  <a:pt x="771674" y="1283814"/>
                </a:cubicBezTo>
                <a:cubicBezTo>
                  <a:pt x="809625" y="1261676"/>
                  <a:pt x="832321" y="1222050"/>
                  <a:pt x="832321" y="1178146"/>
                </a:cubicBezTo>
                <a:lnTo>
                  <a:pt x="832321" y="234204"/>
                </a:lnTo>
                <a:cubicBezTo>
                  <a:pt x="832321" y="190113"/>
                  <a:pt x="809625" y="150674"/>
                  <a:pt x="771674" y="128536"/>
                </a:cubicBezTo>
                <a:cubicBezTo>
                  <a:pt x="752326" y="117188"/>
                  <a:pt x="731118" y="111607"/>
                  <a:pt x="709724" y="111607"/>
                </a:cubicBezTo>
                <a:close/>
                <a:moveTo>
                  <a:pt x="711864" y="9"/>
                </a:moveTo>
                <a:cubicBezTo>
                  <a:pt x="751861" y="358"/>
                  <a:pt x="791766" y="11148"/>
                  <a:pt x="828043" y="32356"/>
                </a:cubicBezTo>
                <a:cubicBezTo>
                  <a:pt x="900596" y="74772"/>
                  <a:pt x="943942" y="150302"/>
                  <a:pt x="943942" y="234390"/>
                </a:cubicBezTo>
                <a:lnTo>
                  <a:pt x="943942" y="1178518"/>
                </a:lnTo>
                <a:cubicBezTo>
                  <a:pt x="943942" y="1262606"/>
                  <a:pt x="900596" y="1338136"/>
                  <a:pt x="828043" y="1380552"/>
                </a:cubicBezTo>
                <a:cubicBezTo>
                  <a:pt x="791208" y="1401946"/>
                  <a:pt x="750466" y="1412736"/>
                  <a:pt x="709910" y="1412736"/>
                </a:cubicBezTo>
                <a:cubicBezTo>
                  <a:pt x="670471" y="1412736"/>
                  <a:pt x="631217" y="1402691"/>
                  <a:pt x="595126" y="1382413"/>
                </a:cubicBezTo>
                <a:lnTo>
                  <a:pt x="119435" y="1115080"/>
                </a:lnTo>
                <a:cubicBezTo>
                  <a:pt x="45765" y="1073594"/>
                  <a:pt x="0" y="995460"/>
                  <a:pt x="0" y="911000"/>
                </a:cubicBezTo>
                <a:lnTo>
                  <a:pt x="0" y="501722"/>
                </a:lnTo>
                <a:cubicBezTo>
                  <a:pt x="0" y="417262"/>
                  <a:pt x="45765" y="338942"/>
                  <a:pt x="119435" y="297642"/>
                </a:cubicBezTo>
                <a:lnTo>
                  <a:pt x="595126" y="30309"/>
                </a:lnTo>
                <a:cubicBezTo>
                  <a:pt x="631775" y="9752"/>
                  <a:pt x="671866" y="-340"/>
                  <a:pt x="711864" y="9"/>
                </a:cubicBezTo>
                <a:close/>
              </a:path>
            </a:pathLst>
          </a:custGeom>
          <a:solidFill>
            <a:schemeClr val="bg1"/>
          </a:solidFill>
          <a:ln w="1860" cap="flat">
            <a:noFill/>
            <a:miter/>
          </a:ln>
        </p:spPr>
        <p:txBody>
          <a:bodyPr vert="horz" wrap="square" lIns="91440" tIns="45720" rIns="91440" bIns="45720" rtlCol="0" anchor="ctr"/>
          <a:lstStyle/>
          <a:p>
            <a:pPr algn="l">
              <a:lnSpc>
                <a:spcPct val="110000"/>
              </a:lnSpc>
            </a:pPr>
            <a:endParaRPr kumimoji="1" lang="zh-CN" altLang="en-US"/>
          </a:p>
        </p:txBody>
      </p:sp>
      <p:cxnSp>
        <p:nvCxnSpPr>
          <p:cNvPr id="21" name="标题 1"/>
          <p:cNvCxnSpPr/>
          <p:nvPr/>
        </p:nvCxnSpPr>
        <p:spPr>
          <a:xfrm rot="5400000" flipH="1" flipV="1">
            <a:off x="9178451" y="4121923"/>
            <a:ext cx="806455" cy="2241"/>
          </a:xfrm>
          <a:prstGeom prst="line">
            <a:avLst/>
          </a:prstGeom>
          <a:noFill/>
          <a:ln w="19050" cap="flat">
            <a:solidFill>
              <a:srgbClr val="B8B8B8">
                <a:alpha val="100000"/>
              </a:srgbClr>
            </a:solidFill>
            <a:prstDash val="solid"/>
            <a:miter/>
            <a:headEnd type="none"/>
            <a:tailEnd type="oval"/>
          </a:ln>
        </p:spPr>
      </p:cxnSp>
      <p:sp>
        <p:nvSpPr>
          <p:cNvPr id="22" name="标题 1"/>
          <p:cNvSpPr txBox="1"/>
          <p:nvPr/>
        </p:nvSpPr>
        <p:spPr>
          <a:xfrm>
            <a:off x="9235003" y="4546180"/>
            <a:ext cx="693350" cy="693348"/>
          </a:xfrm>
          <a:prstGeom prst="round2DiagRect">
            <a:avLst/>
          </a:prstGeom>
          <a:gradFill>
            <a:gsLst>
              <a:gs pos="0">
                <a:schemeClr val="accent1">
                  <a:lumMod val="60000"/>
                  <a:lumOff val="40000"/>
                </a:schemeClr>
              </a:gs>
              <a:gs pos="73000">
                <a:schemeClr val="accent1"/>
              </a:gs>
            </a:gsLst>
            <a:path path="circle">
              <a:fillToRect r="100000" b="100000"/>
            </a:path>
            <a:tileRect l="-100000" t="-100000"/>
          </a:gradFill>
          <a:ln w="38100" cap="flat">
            <a:noFill/>
            <a:miter/>
          </a:ln>
          <a:effectLst>
            <a:outerShdw blurRad="152400" dist="76200" dir="2700000" algn="tl" rotWithShape="0">
              <a:schemeClr val="accent1">
                <a:lumMod val="50000"/>
                <a:alpha val="30000"/>
              </a:schemeClr>
            </a:outerShdw>
          </a:effectLst>
        </p:spPr>
        <p:txBody>
          <a:bodyPr vert="horz" wrap="square" lIns="91440" tIns="45720" rIns="91440" bIns="45720" rtlCol="0" anchor="ctr"/>
          <a:lstStyle/>
          <a:p>
            <a:pPr algn="ctr">
              <a:lnSpc>
                <a:spcPct val="110000"/>
              </a:lnSpc>
            </a:pPr>
            <a:endParaRPr kumimoji="1" lang="zh-CN" altLang="en-US"/>
          </a:p>
        </p:txBody>
      </p:sp>
      <p:sp>
        <p:nvSpPr>
          <p:cNvPr id="23" name="标题 1"/>
          <p:cNvSpPr txBox="1"/>
          <p:nvPr/>
        </p:nvSpPr>
        <p:spPr>
          <a:xfrm>
            <a:off x="9447691" y="4758848"/>
            <a:ext cx="267974" cy="268013"/>
          </a:xfrm>
          <a:custGeom>
            <a:avLst/>
            <a:gdLst>
              <a:gd name="connsiteX0" fmla="*/ 669168 w 1599855"/>
              <a:gd name="connsiteY0" fmla="*/ 111621 h 1600088"/>
              <a:gd name="connsiteX1" fmla="*/ 886086 w 1599855"/>
              <a:gd name="connsiteY1" fmla="*/ 155339 h 1600088"/>
              <a:gd name="connsiteX2" fmla="*/ 1063377 w 1599855"/>
              <a:gd name="connsiteY2" fmla="*/ 274960 h 1600088"/>
              <a:gd name="connsiteX3" fmla="*/ 1182998 w 1599855"/>
              <a:gd name="connsiteY3" fmla="*/ 452251 h 1600088"/>
              <a:gd name="connsiteX4" fmla="*/ 1226716 w 1599855"/>
              <a:gd name="connsiteY4" fmla="*/ 669168 h 1600088"/>
              <a:gd name="connsiteX5" fmla="*/ 1182998 w 1599855"/>
              <a:gd name="connsiteY5" fmla="*/ 886085 h 1600088"/>
              <a:gd name="connsiteX6" fmla="*/ 1063377 w 1599855"/>
              <a:gd name="connsiteY6" fmla="*/ 1063377 h 1600088"/>
              <a:gd name="connsiteX7" fmla="*/ 886086 w 1599855"/>
              <a:gd name="connsiteY7" fmla="*/ 1182998 h 1600088"/>
              <a:gd name="connsiteX8" fmla="*/ 669168 w 1599855"/>
              <a:gd name="connsiteY8" fmla="*/ 1226716 h 1600088"/>
              <a:gd name="connsiteX9" fmla="*/ 452251 w 1599855"/>
              <a:gd name="connsiteY9" fmla="*/ 1182998 h 1600088"/>
              <a:gd name="connsiteX10" fmla="*/ 274960 w 1599855"/>
              <a:gd name="connsiteY10" fmla="*/ 1063377 h 1600088"/>
              <a:gd name="connsiteX11" fmla="*/ 155339 w 1599855"/>
              <a:gd name="connsiteY11" fmla="*/ 886085 h 1600088"/>
              <a:gd name="connsiteX12" fmla="*/ 111621 w 1599855"/>
              <a:gd name="connsiteY12" fmla="*/ 669168 h 1600088"/>
              <a:gd name="connsiteX13" fmla="*/ 155339 w 1599855"/>
              <a:gd name="connsiteY13" fmla="*/ 452251 h 1600088"/>
              <a:gd name="connsiteX14" fmla="*/ 274960 w 1599855"/>
              <a:gd name="connsiteY14" fmla="*/ 274960 h 1600088"/>
              <a:gd name="connsiteX15" fmla="*/ 452251 w 1599855"/>
              <a:gd name="connsiteY15" fmla="*/ 155339 h 1600088"/>
              <a:gd name="connsiteX16" fmla="*/ 669168 w 1599855"/>
              <a:gd name="connsiteY16" fmla="*/ 111621 h 1600088"/>
              <a:gd name="connsiteX17" fmla="*/ 669168 w 1599855"/>
              <a:gd name="connsiteY17" fmla="*/ 0 h 1600088"/>
              <a:gd name="connsiteX18" fmla="*/ 0 w 1599855"/>
              <a:gd name="connsiteY18" fmla="*/ 669168 h 1600088"/>
              <a:gd name="connsiteX19" fmla="*/ 669168 w 1599855"/>
              <a:gd name="connsiteY19" fmla="*/ 1338337 h 1600088"/>
              <a:gd name="connsiteX20" fmla="*/ 1338337 w 1599855"/>
              <a:gd name="connsiteY20" fmla="*/ 669168 h 1600088"/>
              <a:gd name="connsiteX21" fmla="*/ 669168 w 1599855"/>
              <a:gd name="connsiteY21" fmla="*/ 0 h 1600088"/>
              <a:gd name="connsiteX22" fmla="*/ 1544278 w 1599855"/>
              <a:gd name="connsiteY22" fmla="*/ 1600088 h 1600088"/>
              <a:gd name="connsiteX23" fmla="*/ 1504838 w 1599855"/>
              <a:gd name="connsiteY23" fmla="*/ 1583717 h 1600088"/>
              <a:gd name="connsiteX24" fmla="*/ 1247366 w 1599855"/>
              <a:gd name="connsiteY24" fmla="*/ 1326431 h 1600088"/>
              <a:gd name="connsiteX25" fmla="*/ 1247366 w 1599855"/>
              <a:gd name="connsiteY25" fmla="*/ 1247552 h 1600088"/>
              <a:gd name="connsiteX26" fmla="*/ 1326245 w 1599855"/>
              <a:gd name="connsiteY26" fmla="*/ 1247552 h 1600088"/>
              <a:gd name="connsiteX27" fmla="*/ 1583531 w 1599855"/>
              <a:gd name="connsiteY27" fmla="*/ 1504838 h 1600088"/>
              <a:gd name="connsiteX28" fmla="*/ 1583531 w 1599855"/>
              <a:gd name="connsiteY28" fmla="*/ 1583717 h 1600088"/>
              <a:gd name="connsiteX29" fmla="*/ 1544278 w 1599855"/>
              <a:gd name="connsiteY29" fmla="*/ 1600088 h 1600088"/>
            </a:gdLst>
            <a:ahLst/>
            <a:cxnLst/>
            <a:rect l="l" t="t" r="r" b="b"/>
            <a:pathLst>
              <a:path w="1599855" h="1600088">
                <a:moveTo>
                  <a:pt x="669168" y="111621"/>
                </a:moveTo>
                <a:cubicBezTo>
                  <a:pt x="744513" y="111621"/>
                  <a:pt x="817438" y="126318"/>
                  <a:pt x="886086" y="155339"/>
                </a:cubicBezTo>
                <a:cubicBezTo>
                  <a:pt x="952500" y="183431"/>
                  <a:pt x="1012031" y="223614"/>
                  <a:pt x="1063377" y="274960"/>
                </a:cubicBezTo>
                <a:cubicBezTo>
                  <a:pt x="1114537" y="326120"/>
                  <a:pt x="1154906" y="385837"/>
                  <a:pt x="1182998" y="452251"/>
                </a:cubicBezTo>
                <a:cubicBezTo>
                  <a:pt x="1212019" y="520898"/>
                  <a:pt x="1226716" y="594010"/>
                  <a:pt x="1226716" y="669168"/>
                </a:cubicBezTo>
                <a:cubicBezTo>
                  <a:pt x="1226716" y="744327"/>
                  <a:pt x="1212019" y="817438"/>
                  <a:pt x="1182998" y="886085"/>
                </a:cubicBezTo>
                <a:cubicBezTo>
                  <a:pt x="1154906" y="952500"/>
                  <a:pt x="1114723" y="1012031"/>
                  <a:pt x="1063377" y="1063377"/>
                </a:cubicBezTo>
                <a:cubicBezTo>
                  <a:pt x="1012217" y="1114537"/>
                  <a:pt x="952500" y="1154906"/>
                  <a:pt x="886086" y="1182998"/>
                </a:cubicBezTo>
                <a:cubicBezTo>
                  <a:pt x="817438" y="1212019"/>
                  <a:pt x="744327" y="1226716"/>
                  <a:pt x="669168" y="1226716"/>
                </a:cubicBezTo>
                <a:cubicBezTo>
                  <a:pt x="594010" y="1226716"/>
                  <a:pt x="520898" y="1212019"/>
                  <a:pt x="452251" y="1182998"/>
                </a:cubicBezTo>
                <a:cubicBezTo>
                  <a:pt x="385837" y="1154906"/>
                  <a:pt x="326306" y="1114723"/>
                  <a:pt x="274960" y="1063377"/>
                </a:cubicBezTo>
                <a:cubicBezTo>
                  <a:pt x="223800" y="1012217"/>
                  <a:pt x="183431" y="952500"/>
                  <a:pt x="155339" y="886085"/>
                </a:cubicBezTo>
                <a:cubicBezTo>
                  <a:pt x="126318" y="817438"/>
                  <a:pt x="111621" y="744327"/>
                  <a:pt x="111621" y="669168"/>
                </a:cubicBezTo>
                <a:cubicBezTo>
                  <a:pt x="111621" y="594010"/>
                  <a:pt x="126318" y="520898"/>
                  <a:pt x="155339" y="452251"/>
                </a:cubicBezTo>
                <a:cubicBezTo>
                  <a:pt x="183431" y="385837"/>
                  <a:pt x="223614" y="326306"/>
                  <a:pt x="274960" y="274960"/>
                </a:cubicBezTo>
                <a:cubicBezTo>
                  <a:pt x="326306" y="223614"/>
                  <a:pt x="385837" y="183431"/>
                  <a:pt x="452251" y="155339"/>
                </a:cubicBezTo>
                <a:cubicBezTo>
                  <a:pt x="520898" y="126318"/>
                  <a:pt x="593824" y="111621"/>
                  <a:pt x="669168" y="111621"/>
                </a:cubicBezTo>
                <a:moveTo>
                  <a:pt x="669168" y="0"/>
                </a:moveTo>
                <a:cubicBezTo>
                  <a:pt x="299517" y="0"/>
                  <a:pt x="0" y="299517"/>
                  <a:pt x="0" y="669168"/>
                </a:cubicBezTo>
                <a:cubicBezTo>
                  <a:pt x="0" y="1038820"/>
                  <a:pt x="299517" y="1338337"/>
                  <a:pt x="669168" y="1338337"/>
                </a:cubicBezTo>
                <a:cubicBezTo>
                  <a:pt x="1038820" y="1338337"/>
                  <a:pt x="1338337" y="1038820"/>
                  <a:pt x="1338337" y="669168"/>
                </a:cubicBezTo>
                <a:cubicBezTo>
                  <a:pt x="1338337" y="299703"/>
                  <a:pt x="1038820" y="0"/>
                  <a:pt x="669168" y="0"/>
                </a:cubicBezTo>
                <a:close/>
                <a:moveTo>
                  <a:pt x="1544278" y="1600088"/>
                </a:moveTo>
                <a:cubicBezTo>
                  <a:pt x="1529953" y="1600088"/>
                  <a:pt x="1515628" y="1594693"/>
                  <a:pt x="1504838" y="1583717"/>
                </a:cubicBezTo>
                <a:lnTo>
                  <a:pt x="1247366" y="1326431"/>
                </a:lnTo>
                <a:cubicBezTo>
                  <a:pt x="1225600" y="1304665"/>
                  <a:pt x="1225600" y="1269318"/>
                  <a:pt x="1247366" y="1247552"/>
                </a:cubicBezTo>
                <a:cubicBezTo>
                  <a:pt x="1269132" y="1225786"/>
                  <a:pt x="1304479" y="1225786"/>
                  <a:pt x="1326245" y="1247552"/>
                </a:cubicBezTo>
                <a:lnTo>
                  <a:pt x="1583531" y="1504838"/>
                </a:lnTo>
                <a:cubicBezTo>
                  <a:pt x="1605297" y="1526605"/>
                  <a:pt x="1605297" y="1561951"/>
                  <a:pt x="1583531" y="1583717"/>
                </a:cubicBezTo>
                <a:cubicBezTo>
                  <a:pt x="1572927" y="1594693"/>
                  <a:pt x="1558603" y="1600088"/>
                  <a:pt x="1544278" y="1600088"/>
                </a:cubicBezTo>
                <a:close/>
              </a:path>
            </a:pathLst>
          </a:custGeom>
          <a:solidFill>
            <a:schemeClr val="bg1"/>
          </a:solidFill>
          <a:ln w="1860" cap="flat">
            <a:noFill/>
            <a:miter/>
          </a:ln>
        </p:spPr>
        <p:txBody>
          <a:bodyPr vert="horz" wrap="square" lIns="91440" tIns="45720" rIns="91440" bIns="45720" rtlCol="0" anchor="ctr"/>
          <a:lstStyle/>
          <a:p>
            <a:pPr algn="l">
              <a:lnSpc>
                <a:spcPct val="110000"/>
              </a:lnSpc>
            </a:pPr>
            <a:endParaRPr kumimoji="1" lang="zh-CN" altLang="en-US"/>
          </a:p>
        </p:txBody>
      </p:sp>
      <p:sp>
        <p:nvSpPr>
          <p:cNvPr id="24" name="标题 1"/>
          <p:cNvSpPr txBox="1"/>
          <p:nvPr/>
        </p:nvSpPr>
        <p:spPr>
          <a:xfrm>
            <a:off x="8155940" y="2239645"/>
            <a:ext cx="2826385" cy="1282065"/>
          </a:xfrm>
          <a:prstGeom prst="rect">
            <a:avLst/>
          </a:prstGeom>
          <a:noFill/>
          <a:ln cap="sq">
            <a:noFill/>
          </a:ln>
        </p:spPr>
        <p:txBody>
          <a:bodyPr vert="horz" wrap="square" lIns="0" tIns="0" rIns="0" bIns="0" rtlCol="0" anchor="t"/>
          <a:lstStyle/>
          <a:p>
            <a:pPr algn="ctr">
              <a:lnSpc>
                <a:spcPct val="150000"/>
              </a:lnSpc>
            </a:pPr>
            <a:r>
              <a:rPr kumimoji="1" lang="en-US" altLang="zh-CN" sz="1000"/>
              <a:t>We also compute change - based rolling statistical features, which focus on the differences or ratios of feature values between consecutive rolling windows. These features are crucial for detecting sudden shifts or gradual drifts in error - related patterns.</a:t>
            </a:r>
          </a:p>
        </p:txBody>
      </p:sp>
      <p:sp>
        <p:nvSpPr>
          <p:cNvPr id="25" name="标题 1"/>
          <p:cNvSpPr txBox="1"/>
          <p:nvPr/>
        </p:nvSpPr>
        <p:spPr>
          <a:xfrm>
            <a:off x="8366425" y="1405266"/>
            <a:ext cx="2406377" cy="811951"/>
          </a:xfrm>
          <a:prstGeom prst="rect">
            <a:avLst/>
          </a:prstGeom>
          <a:noFill/>
          <a:ln>
            <a:noFill/>
          </a:ln>
        </p:spPr>
        <p:txBody>
          <a:bodyPr vert="horz" wrap="square" lIns="91440" tIns="45720" rIns="91440" bIns="45720" rtlCol="0" anchor="b"/>
          <a:lstStyle/>
          <a:p>
            <a:pPr algn="ctr">
              <a:lnSpc>
                <a:spcPct val="130000"/>
              </a:lnSpc>
            </a:pPr>
            <a:r>
              <a:rPr kumimoji="1" lang="en-US" altLang="zh-CN" sz="1600">
                <a:ln w="12700">
                  <a:noFill/>
                </a:ln>
                <a:solidFill>
                  <a:srgbClr val="04C991">
                    <a:alpha val="100000"/>
                  </a:srgbClr>
                </a:solidFill>
                <a:latin typeface="Source Han Sans CN Bold" panose="020B0800000000000000" charset="-122"/>
                <a:ea typeface="Source Han Sans CN Bold" panose="020B0800000000000000" charset="-122"/>
                <a:cs typeface="Source Han Sans CN Bold" panose="020B0800000000000000" charset="-122"/>
              </a:rPr>
              <a:t>Change - based Rolling Statistical Features</a:t>
            </a:r>
            <a:endParaRPr kumimoji="1" lang="zh-CN" altLang="en-US"/>
          </a:p>
        </p:txBody>
      </p:sp>
      <p:sp>
        <p:nvSpPr>
          <p:cNvPr id="26" name="标题 1"/>
          <p:cNvSpPr txBox="1"/>
          <p:nvPr/>
        </p:nvSpPr>
        <p:spPr>
          <a:xfrm>
            <a:off x="5027395" y="4630389"/>
            <a:ext cx="2406377" cy="1442777"/>
          </a:xfrm>
          <a:prstGeom prst="rect">
            <a:avLst/>
          </a:prstGeom>
          <a:noFill/>
          <a:ln cap="sq">
            <a:noFill/>
          </a:ln>
        </p:spPr>
        <p:txBody>
          <a:bodyPr vert="horz" wrap="square" lIns="0" tIns="0" rIns="0" bIns="0" rtlCol="0" anchor="t"/>
          <a:lstStyle/>
          <a:p>
            <a:pPr algn="ctr">
              <a:lnSpc>
                <a:spcPct val="150000"/>
              </a:lnSpc>
            </a:pPr>
            <a:r>
              <a:rPr kumimoji="1" lang="en-US" altLang="zh-CN" sz="920">
                <a:ln w="12700">
                  <a:noFill/>
                </a:ln>
                <a:solidFill>
                  <a:srgbClr val="262626">
                    <a:alpha val="100000"/>
                  </a:srgbClr>
                </a:solidFill>
                <a:latin typeface="Source Han Sans"/>
                <a:ea typeface="Source Han Sans"/>
                <a:cs typeface="Source Han Sans"/>
              </a:rPr>
              <a:t>For each basic feature, we generate rolling statistical features over different time spans (5 minutes, 15 minutes, 30 minutes, and 1 hour) within the 2 - hour window. These features help us capture both short - term fluctuations and long - term trends in the data.</a:t>
            </a:r>
            <a:endParaRPr kumimoji="1" lang="zh-CN" altLang="en-US"/>
          </a:p>
        </p:txBody>
      </p:sp>
      <p:sp>
        <p:nvSpPr>
          <p:cNvPr id="27" name="标题 1"/>
          <p:cNvSpPr txBox="1"/>
          <p:nvPr/>
        </p:nvSpPr>
        <p:spPr>
          <a:xfrm>
            <a:off x="5027395" y="3796206"/>
            <a:ext cx="2406377" cy="811951"/>
          </a:xfrm>
          <a:prstGeom prst="rect">
            <a:avLst/>
          </a:prstGeom>
          <a:noFill/>
          <a:ln>
            <a:noFill/>
          </a:ln>
        </p:spPr>
        <p:txBody>
          <a:bodyPr vert="horz" wrap="square" lIns="91440" tIns="45720" rIns="91440" bIns="45720" rtlCol="0" anchor="b"/>
          <a:lstStyle/>
          <a:p>
            <a:pPr algn="ctr">
              <a:lnSpc>
                <a:spcPct val="130000"/>
              </a:lnSpc>
            </a:pPr>
            <a:r>
              <a:rPr kumimoji="1" lang="en-US" altLang="zh-CN" sz="1600">
                <a:ln w="12700">
                  <a:noFill/>
                </a:ln>
                <a:solidFill>
                  <a:srgbClr val="00BA00">
                    <a:alpha val="100000"/>
                  </a:srgbClr>
                </a:solidFill>
                <a:latin typeface="Source Han Sans CN Bold" panose="020B0800000000000000" charset="-122"/>
                <a:ea typeface="Source Han Sans CN Bold" panose="020B0800000000000000" charset="-122"/>
                <a:cs typeface="Source Han Sans CN Bold" panose="020B0800000000000000" charset="-122"/>
              </a:rPr>
              <a:t>Rolling Statistical Features</a:t>
            </a:r>
            <a:endParaRPr kumimoji="1" lang="zh-CN" altLang="en-US"/>
          </a:p>
        </p:txBody>
      </p:sp>
      <p:cxnSp>
        <p:nvCxnSpPr>
          <p:cNvPr id="28" name="标题 1"/>
          <p:cNvCxnSpPr/>
          <p:nvPr/>
        </p:nvCxnSpPr>
        <p:spPr>
          <a:xfrm rot="5400000" flipH="1" flipV="1">
            <a:off x="5827356" y="3313226"/>
            <a:ext cx="806454" cy="2241"/>
          </a:xfrm>
          <a:prstGeom prst="line">
            <a:avLst/>
          </a:prstGeom>
          <a:noFill/>
          <a:ln w="19050" cap="flat">
            <a:solidFill>
              <a:srgbClr val="B8B8B8">
                <a:alpha val="100000"/>
              </a:srgbClr>
            </a:solidFill>
            <a:prstDash val="solid"/>
            <a:miter/>
            <a:headEnd type="oval"/>
          </a:ln>
        </p:spPr>
      </p:cxnSp>
      <p:sp>
        <p:nvSpPr>
          <p:cNvPr id="29" name="标题 1"/>
          <p:cNvSpPr txBox="1"/>
          <p:nvPr/>
        </p:nvSpPr>
        <p:spPr>
          <a:xfrm>
            <a:off x="5883908" y="2192284"/>
            <a:ext cx="693350" cy="693348"/>
          </a:xfrm>
          <a:prstGeom prst="round2DiagRect">
            <a:avLst/>
          </a:prstGeom>
          <a:gradFill>
            <a:gsLst>
              <a:gs pos="0">
                <a:schemeClr val="accent2">
                  <a:lumMod val="60000"/>
                  <a:lumOff val="40000"/>
                </a:schemeClr>
              </a:gs>
              <a:gs pos="73000">
                <a:schemeClr val="accent2"/>
              </a:gs>
            </a:gsLst>
            <a:path path="circle">
              <a:fillToRect r="100000" b="100000"/>
            </a:path>
            <a:tileRect l="-100000" t="-100000"/>
          </a:gradFill>
          <a:ln w="38100" cap="flat">
            <a:noFill/>
            <a:miter/>
          </a:ln>
          <a:effectLst>
            <a:outerShdw blurRad="152400" dist="76200" dir="2700000" algn="tl" rotWithShape="0">
              <a:schemeClr val="accent2">
                <a:lumMod val="50000"/>
                <a:alpha val="30000"/>
              </a:schemeClr>
            </a:outerShdw>
          </a:effectLst>
        </p:spPr>
        <p:txBody>
          <a:bodyPr vert="horz" wrap="square" lIns="91440" tIns="45720" rIns="91440" bIns="45720" rtlCol="0" anchor="ctr"/>
          <a:lstStyle/>
          <a:p>
            <a:pPr algn="ctr">
              <a:lnSpc>
                <a:spcPct val="110000"/>
              </a:lnSpc>
            </a:pPr>
            <a:endParaRPr kumimoji="1" lang="zh-CN" altLang="en-US"/>
          </a:p>
        </p:txBody>
      </p:sp>
      <p:sp>
        <p:nvSpPr>
          <p:cNvPr id="30" name="标题 1"/>
          <p:cNvSpPr txBox="1"/>
          <p:nvPr/>
        </p:nvSpPr>
        <p:spPr>
          <a:xfrm>
            <a:off x="6106874" y="2404952"/>
            <a:ext cx="247418" cy="268013"/>
          </a:xfrm>
          <a:custGeom>
            <a:avLst/>
            <a:gdLst>
              <a:gd name="connsiteX0" fmla="*/ 712625 w 1425436"/>
              <a:gd name="connsiteY0" fmla="*/ 111621 h 1544091"/>
              <a:gd name="connsiteX1" fmla="*/ 902567 w 1425436"/>
              <a:gd name="connsiteY1" fmla="*/ 190314 h 1544091"/>
              <a:gd name="connsiteX2" fmla="*/ 981260 w 1425436"/>
              <a:gd name="connsiteY2" fmla="*/ 380256 h 1544091"/>
              <a:gd name="connsiteX3" fmla="*/ 902567 w 1425436"/>
              <a:gd name="connsiteY3" fmla="*/ 570198 h 1544091"/>
              <a:gd name="connsiteX4" fmla="*/ 712625 w 1425436"/>
              <a:gd name="connsiteY4" fmla="*/ 648891 h 1544091"/>
              <a:gd name="connsiteX5" fmla="*/ 522684 w 1425436"/>
              <a:gd name="connsiteY5" fmla="*/ 570198 h 1544091"/>
              <a:gd name="connsiteX6" fmla="*/ 444177 w 1425436"/>
              <a:gd name="connsiteY6" fmla="*/ 380070 h 1544091"/>
              <a:gd name="connsiteX7" fmla="*/ 522870 w 1425436"/>
              <a:gd name="connsiteY7" fmla="*/ 190128 h 1544091"/>
              <a:gd name="connsiteX8" fmla="*/ 712625 w 1425436"/>
              <a:gd name="connsiteY8" fmla="*/ 111621 h 1544091"/>
              <a:gd name="connsiteX9" fmla="*/ 712625 w 1425436"/>
              <a:gd name="connsiteY9" fmla="*/ 0 h 1544091"/>
              <a:gd name="connsiteX10" fmla="*/ 332556 w 1425436"/>
              <a:gd name="connsiteY10" fmla="*/ 380070 h 1544091"/>
              <a:gd name="connsiteX11" fmla="*/ 712625 w 1425436"/>
              <a:gd name="connsiteY11" fmla="*/ 760140 h 1544091"/>
              <a:gd name="connsiteX12" fmla="*/ 1092695 w 1425436"/>
              <a:gd name="connsiteY12" fmla="*/ 380070 h 1544091"/>
              <a:gd name="connsiteX13" fmla="*/ 712625 w 1425436"/>
              <a:gd name="connsiteY13" fmla="*/ 0 h 1544091"/>
              <a:gd name="connsiteX14" fmla="*/ 712625 w 1425436"/>
              <a:gd name="connsiteY14" fmla="*/ 943012 h 1544091"/>
              <a:gd name="connsiteX15" fmla="*/ 978842 w 1425436"/>
              <a:gd name="connsiteY15" fmla="*/ 976685 h 1544091"/>
              <a:gd name="connsiteX16" fmla="*/ 1146087 w 1425436"/>
              <a:gd name="connsiteY16" fmla="*/ 1059470 h 1544091"/>
              <a:gd name="connsiteX17" fmla="*/ 1248593 w 1425436"/>
              <a:gd name="connsiteY17" fmla="*/ 1174440 h 1544091"/>
              <a:gd name="connsiteX18" fmla="*/ 1310356 w 1425436"/>
              <a:gd name="connsiteY18" fmla="*/ 1316385 h 1544091"/>
              <a:gd name="connsiteX19" fmla="*/ 1296590 w 1425436"/>
              <a:gd name="connsiteY19" fmla="*/ 1390241 h 1544091"/>
              <a:gd name="connsiteX20" fmla="*/ 1208595 w 1425436"/>
              <a:gd name="connsiteY20" fmla="*/ 1432285 h 1544091"/>
              <a:gd name="connsiteX21" fmla="*/ 216842 w 1425436"/>
              <a:gd name="connsiteY21" fmla="*/ 1432285 h 1544091"/>
              <a:gd name="connsiteX22" fmla="*/ 128847 w 1425436"/>
              <a:gd name="connsiteY22" fmla="*/ 1390241 h 1544091"/>
              <a:gd name="connsiteX23" fmla="*/ 115081 w 1425436"/>
              <a:gd name="connsiteY23" fmla="*/ 1316385 h 1544091"/>
              <a:gd name="connsiteX24" fmla="*/ 176844 w 1425436"/>
              <a:gd name="connsiteY24" fmla="*/ 1174440 h 1544091"/>
              <a:gd name="connsiteX25" fmla="*/ 279350 w 1425436"/>
              <a:gd name="connsiteY25" fmla="*/ 1059470 h 1544091"/>
              <a:gd name="connsiteX26" fmla="*/ 446595 w 1425436"/>
              <a:gd name="connsiteY26" fmla="*/ 976685 h 1544091"/>
              <a:gd name="connsiteX27" fmla="*/ 712625 w 1425436"/>
              <a:gd name="connsiteY27" fmla="*/ 943012 h 1544091"/>
              <a:gd name="connsiteX28" fmla="*/ 712625 w 1425436"/>
              <a:gd name="connsiteY28" fmla="*/ 831391 h 1544091"/>
              <a:gd name="connsiteX29" fmla="*/ 8296 w 1425436"/>
              <a:gd name="connsiteY29" fmla="*/ 1284387 h 1544091"/>
              <a:gd name="connsiteX30" fmla="*/ 216842 w 1425436"/>
              <a:gd name="connsiteY30" fmla="*/ 1544092 h 1544091"/>
              <a:gd name="connsiteX31" fmla="*/ 1208595 w 1425436"/>
              <a:gd name="connsiteY31" fmla="*/ 1544092 h 1544091"/>
              <a:gd name="connsiteX32" fmla="*/ 1417141 w 1425436"/>
              <a:gd name="connsiteY32" fmla="*/ 1284387 h 1544091"/>
              <a:gd name="connsiteX33" fmla="*/ 712625 w 1425436"/>
              <a:gd name="connsiteY33" fmla="*/ 831391 h 1544091"/>
            </a:gdLst>
            <a:ahLst/>
            <a:cxnLst/>
            <a:rect l="l" t="t" r="r" b="b"/>
            <a:pathLst>
              <a:path w="1425436" h="1544091">
                <a:moveTo>
                  <a:pt x="712625" y="111621"/>
                </a:moveTo>
                <a:cubicBezTo>
                  <a:pt x="784435" y="111621"/>
                  <a:pt x="851780" y="139526"/>
                  <a:pt x="902567" y="190314"/>
                </a:cubicBezTo>
                <a:cubicBezTo>
                  <a:pt x="953355" y="241102"/>
                  <a:pt x="981260" y="308446"/>
                  <a:pt x="981260" y="380256"/>
                </a:cubicBezTo>
                <a:cubicBezTo>
                  <a:pt x="981260" y="452065"/>
                  <a:pt x="953355" y="519410"/>
                  <a:pt x="902567" y="570198"/>
                </a:cubicBezTo>
                <a:cubicBezTo>
                  <a:pt x="851780" y="620985"/>
                  <a:pt x="784435" y="648891"/>
                  <a:pt x="712625" y="648891"/>
                </a:cubicBezTo>
                <a:cubicBezTo>
                  <a:pt x="640816" y="648891"/>
                  <a:pt x="573471" y="620985"/>
                  <a:pt x="522684" y="570198"/>
                </a:cubicBezTo>
                <a:cubicBezTo>
                  <a:pt x="472082" y="519224"/>
                  <a:pt x="444177" y="451693"/>
                  <a:pt x="444177" y="380070"/>
                </a:cubicBezTo>
                <a:cubicBezTo>
                  <a:pt x="444177" y="308446"/>
                  <a:pt x="472082" y="240916"/>
                  <a:pt x="522870" y="190128"/>
                </a:cubicBezTo>
                <a:cubicBezTo>
                  <a:pt x="573471" y="139526"/>
                  <a:pt x="641002" y="111621"/>
                  <a:pt x="712625" y="111621"/>
                </a:cubicBezTo>
                <a:moveTo>
                  <a:pt x="712625" y="0"/>
                </a:moveTo>
                <a:cubicBezTo>
                  <a:pt x="502778" y="0"/>
                  <a:pt x="332556" y="170036"/>
                  <a:pt x="332556" y="380070"/>
                </a:cubicBezTo>
                <a:cubicBezTo>
                  <a:pt x="332556" y="589917"/>
                  <a:pt x="502778" y="760140"/>
                  <a:pt x="712625" y="760140"/>
                </a:cubicBezTo>
                <a:cubicBezTo>
                  <a:pt x="922473" y="760140"/>
                  <a:pt x="1092695" y="589917"/>
                  <a:pt x="1092695" y="380070"/>
                </a:cubicBezTo>
                <a:cubicBezTo>
                  <a:pt x="1092881" y="170036"/>
                  <a:pt x="922659" y="0"/>
                  <a:pt x="712625" y="0"/>
                </a:cubicBezTo>
                <a:close/>
                <a:moveTo>
                  <a:pt x="712625" y="943012"/>
                </a:moveTo>
                <a:cubicBezTo>
                  <a:pt x="813643" y="943012"/>
                  <a:pt x="903126" y="954360"/>
                  <a:pt x="978842" y="976685"/>
                </a:cubicBezTo>
                <a:cubicBezTo>
                  <a:pt x="1043582" y="995846"/>
                  <a:pt x="1099951" y="1023752"/>
                  <a:pt x="1146087" y="1059470"/>
                </a:cubicBezTo>
                <a:cubicBezTo>
                  <a:pt x="1186829" y="1091096"/>
                  <a:pt x="1220315" y="1128675"/>
                  <a:pt x="1248593" y="1174440"/>
                </a:cubicBezTo>
                <a:cubicBezTo>
                  <a:pt x="1273708" y="1215368"/>
                  <a:pt x="1293985" y="1261877"/>
                  <a:pt x="1310356" y="1316385"/>
                </a:cubicBezTo>
                <a:cubicBezTo>
                  <a:pt x="1320774" y="1350801"/>
                  <a:pt x="1306264" y="1377404"/>
                  <a:pt x="1296590" y="1390241"/>
                </a:cubicBezTo>
                <a:cubicBezTo>
                  <a:pt x="1276684" y="1417030"/>
                  <a:pt x="1244686" y="1432285"/>
                  <a:pt x="1208595" y="1432285"/>
                </a:cubicBezTo>
                <a:lnTo>
                  <a:pt x="216842" y="1432285"/>
                </a:lnTo>
                <a:cubicBezTo>
                  <a:pt x="180937" y="1432285"/>
                  <a:pt x="148753" y="1417030"/>
                  <a:pt x="128847" y="1390241"/>
                </a:cubicBezTo>
                <a:cubicBezTo>
                  <a:pt x="119359" y="1377404"/>
                  <a:pt x="104849" y="1350801"/>
                  <a:pt x="115081" y="1316385"/>
                </a:cubicBezTo>
                <a:cubicBezTo>
                  <a:pt x="131452" y="1261877"/>
                  <a:pt x="151543" y="1215368"/>
                  <a:pt x="176844" y="1174440"/>
                </a:cubicBezTo>
                <a:cubicBezTo>
                  <a:pt x="204936" y="1128675"/>
                  <a:pt x="238422" y="1090910"/>
                  <a:pt x="279350" y="1059470"/>
                </a:cubicBezTo>
                <a:cubicBezTo>
                  <a:pt x="325486" y="1023752"/>
                  <a:pt x="381855" y="995846"/>
                  <a:pt x="446595" y="976685"/>
                </a:cubicBezTo>
                <a:cubicBezTo>
                  <a:pt x="522125" y="954360"/>
                  <a:pt x="611794" y="943012"/>
                  <a:pt x="712625" y="943012"/>
                </a:cubicBezTo>
                <a:moveTo>
                  <a:pt x="712625" y="831391"/>
                </a:moveTo>
                <a:cubicBezTo>
                  <a:pt x="244561" y="831391"/>
                  <a:pt x="77501" y="1053331"/>
                  <a:pt x="8296" y="1284387"/>
                </a:cubicBezTo>
                <a:cubicBezTo>
                  <a:pt x="-30771" y="1414611"/>
                  <a:pt x="73037" y="1544092"/>
                  <a:pt x="216842" y="1544092"/>
                </a:cubicBezTo>
                <a:lnTo>
                  <a:pt x="1208595" y="1544092"/>
                </a:lnTo>
                <a:cubicBezTo>
                  <a:pt x="1352400" y="1544092"/>
                  <a:pt x="1456208" y="1414611"/>
                  <a:pt x="1417141" y="1284387"/>
                </a:cubicBezTo>
                <a:cubicBezTo>
                  <a:pt x="1347750" y="1053331"/>
                  <a:pt x="1180690" y="831391"/>
                  <a:pt x="712625" y="831391"/>
                </a:cubicBezTo>
                <a:close/>
              </a:path>
            </a:pathLst>
          </a:custGeom>
          <a:solidFill>
            <a:schemeClr val="bg1"/>
          </a:solidFill>
          <a:ln w="1860" cap="flat">
            <a:noFill/>
            <a:miter/>
          </a:ln>
        </p:spPr>
        <p:txBody>
          <a:bodyPr vert="horz" wrap="square" lIns="91440" tIns="45720" rIns="91440" bIns="45720" rtlCol="0" anchor="ctr"/>
          <a:lstStyle/>
          <a:p>
            <a:pPr algn="l">
              <a:lnSpc>
                <a:spcPct val="110000"/>
              </a:lnSpc>
            </a:pPr>
            <a:endParaRPr kumimoji="1" lang="zh-CN" altLang="en-US"/>
          </a:p>
        </p:txBody>
      </p:sp>
      <p:sp>
        <p:nvSpPr>
          <p:cNvPr id="31" name="标题 1"/>
          <p:cNvSpPr txBox="1"/>
          <p:nvPr/>
        </p:nvSpPr>
        <p:spPr>
          <a:xfrm>
            <a:off x="1043516" y="4704462"/>
            <a:ext cx="1178906" cy="1178903"/>
          </a:xfrm>
          <a:prstGeom prst="round2DiagRect">
            <a:avLst>
              <a:gd name="adj1" fmla="val 50000"/>
              <a:gd name="adj2" fmla="val 0"/>
            </a:avLst>
          </a:prstGeom>
          <a:solidFill>
            <a:schemeClr val="accent1">
              <a:lumMod val="40000"/>
              <a:lumOff val="60000"/>
              <a:alpha val="50000"/>
            </a:schemeClr>
          </a:solidFill>
          <a:ln w="38100" cap="flat">
            <a:noFill/>
            <a:miter/>
          </a:ln>
          <a:effectLst/>
        </p:spPr>
        <p:txBody>
          <a:bodyPr vert="horz" wrap="square" lIns="91440" tIns="45720" rIns="91440" bIns="45720" rtlCol="0" anchor="ctr"/>
          <a:lstStyle/>
          <a:p>
            <a:pPr algn="ctr">
              <a:lnSpc>
                <a:spcPct val="100000"/>
              </a:lnSpc>
            </a:pPr>
            <a:endParaRPr kumimoji="1" lang="zh-CN" altLang="en-US"/>
          </a:p>
        </p:txBody>
      </p:sp>
      <p:sp>
        <p:nvSpPr>
          <p:cNvPr id="32" name="标题 1"/>
          <p:cNvSpPr txBox="1"/>
          <p:nvPr/>
        </p:nvSpPr>
        <p:spPr>
          <a:xfrm>
            <a:off x="1296730" y="4222069"/>
            <a:ext cx="378697" cy="378696"/>
          </a:xfrm>
          <a:prstGeom prst="round2DiagRect">
            <a:avLst>
              <a:gd name="adj1" fmla="val 50000"/>
              <a:gd name="adj2" fmla="val 0"/>
            </a:avLst>
          </a:prstGeom>
          <a:solidFill>
            <a:schemeClr val="accent1">
              <a:lumMod val="40000"/>
              <a:lumOff val="60000"/>
              <a:alpha val="50000"/>
            </a:schemeClr>
          </a:solidFill>
          <a:ln w="38100" cap="flat">
            <a:noFill/>
            <a:miter/>
          </a:ln>
          <a:effectLst/>
        </p:spPr>
        <p:txBody>
          <a:bodyPr vert="horz" wrap="square" lIns="91440" tIns="45720" rIns="91440" bIns="45720" rtlCol="0" anchor="ctr"/>
          <a:lstStyle/>
          <a:p>
            <a:pPr algn="ctr">
              <a:lnSpc>
                <a:spcPct val="100000"/>
              </a:lnSpc>
            </a:pPr>
            <a:endParaRPr kumimoji="1" lang="zh-CN" altLang="en-US"/>
          </a:p>
        </p:txBody>
      </p:sp>
      <p:sp>
        <p:nvSpPr>
          <p:cNvPr id="33" name="标题 1"/>
          <p:cNvSpPr txBox="1"/>
          <p:nvPr/>
        </p:nvSpPr>
        <p:spPr>
          <a:xfrm>
            <a:off x="10835390" y="2528830"/>
            <a:ext cx="670538" cy="670536"/>
          </a:xfrm>
          <a:prstGeom prst="round2DiagRect">
            <a:avLst>
              <a:gd name="adj1" fmla="val 50000"/>
              <a:gd name="adj2" fmla="val 0"/>
            </a:avLst>
          </a:prstGeom>
          <a:solidFill>
            <a:schemeClr val="accent2">
              <a:lumMod val="40000"/>
              <a:lumOff val="60000"/>
              <a:alpha val="20000"/>
            </a:schemeClr>
          </a:solidFill>
          <a:ln w="38100" cap="flat">
            <a:noFill/>
            <a:miter/>
          </a:ln>
          <a:effectLst/>
        </p:spPr>
        <p:txBody>
          <a:bodyPr vert="horz" wrap="square" lIns="91440" tIns="45720" rIns="91440" bIns="45720" rtlCol="0" anchor="ctr"/>
          <a:lstStyle/>
          <a:p>
            <a:pPr algn="ctr">
              <a:lnSpc>
                <a:spcPct val="100000"/>
              </a:lnSpc>
            </a:pPr>
            <a:endParaRPr kumimoji="1" lang="zh-CN" altLang="en-US"/>
          </a:p>
        </p:txBody>
      </p:sp>
      <p:sp>
        <p:nvSpPr>
          <p:cNvPr id="34" name="标题 1"/>
          <p:cNvSpPr txBox="1"/>
          <p:nvPr/>
        </p:nvSpPr>
        <p:spPr>
          <a:xfrm>
            <a:off x="5478140" y="1971255"/>
            <a:ext cx="378697" cy="378696"/>
          </a:xfrm>
          <a:prstGeom prst="round2DiagRect">
            <a:avLst>
              <a:gd name="adj1" fmla="val 50000"/>
              <a:gd name="adj2" fmla="val 0"/>
            </a:avLst>
          </a:prstGeom>
          <a:solidFill>
            <a:schemeClr val="accent2">
              <a:lumMod val="40000"/>
              <a:lumOff val="60000"/>
              <a:alpha val="20000"/>
            </a:schemeClr>
          </a:solidFill>
          <a:ln w="38100" cap="flat">
            <a:noFill/>
            <a:miter/>
          </a:ln>
          <a:effectLst/>
        </p:spPr>
        <p:txBody>
          <a:bodyPr vert="horz" wrap="square" lIns="91440" tIns="45720" rIns="91440" bIns="45720" rtlCol="0" anchor="ctr"/>
          <a:lstStyle/>
          <a:p>
            <a:pPr algn="ctr">
              <a:lnSpc>
                <a:spcPct val="110000"/>
              </a:lnSpc>
            </a:pPr>
            <a:endParaRPr kumimoji="1" lang="zh-CN" altLang="en-US"/>
          </a:p>
        </p:txBody>
      </p:sp>
      <p:sp>
        <p:nvSpPr>
          <p:cNvPr id="35" name="标题 1"/>
          <p:cNvSpPr txBox="1"/>
          <p:nvPr/>
        </p:nvSpPr>
        <p:spPr>
          <a:xfrm>
            <a:off x="3599963" y="4341735"/>
            <a:ext cx="378697" cy="378696"/>
          </a:xfrm>
          <a:prstGeom prst="round2DiagRect">
            <a:avLst>
              <a:gd name="adj1" fmla="val 50000"/>
              <a:gd name="adj2" fmla="val 0"/>
            </a:avLst>
          </a:prstGeom>
          <a:solidFill>
            <a:schemeClr val="accent1">
              <a:lumMod val="40000"/>
              <a:lumOff val="60000"/>
              <a:alpha val="20000"/>
            </a:schemeClr>
          </a:solidFill>
          <a:ln w="38100" cap="flat">
            <a:noFill/>
            <a:miter/>
          </a:ln>
          <a:effectLst/>
        </p:spPr>
        <p:txBody>
          <a:bodyPr vert="horz" wrap="square" lIns="91440" tIns="45720" rIns="91440" bIns="45720" rtlCol="0" anchor="ctr"/>
          <a:lstStyle/>
          <a:p>
            <a:pPr algn="ctr">
              <a:lnSpc>
                <a:spcPct val="110000"/>
              </a:lnSpc>
            </a:pPr>
            <a:endParaRPr kumimoji="1" lang="zh-CN" altLang="en-US"/>
          </a:p>
        </p:txBody>
      </p:sp>
      <p:sp>
        <p:nvSpPr>
          <p:cNvPr id="36" name="标题 1"/>
          <p:cNvSpPr txBox="1"/>
          <p:nvPr/>
        </p:nvSpPr>
        <p:spPr>
          <a:xfrm>
            <a:off x="10150689" y="4252322"/>
            <a:ext cx="378697" cy="378696"/>
          </a:xfrm>
          <a:prstGeom prst="round2DiagRect">
            <a:avLst>
              <a:gd name="adj1" fmla="val 50000"/>
              <a:gd name="adj2" fmla="val 0"/>
            </a:avLst>
          </a:prstGeom>
          <a:solidFill>
            <a:schemeClr val="accent1">
              <a:lumMod val="40000"/>
              <a:lumOff val="60000"/>
              <a:alpha val="20000"/>
            </a:schemeClr>
          </a:solidFill>
          <a:ln w="38100" cap="flat">
            <a:noFill/>
            <a:miter/>
          </a:ln>
          <a:effectLst/>
        </p:spPr>
        <p:txBody>
          <a:bodyPr vert="horz" wrap="square" lIns="91440" tIns="45720" rIns="91440" bIns="45720" rtlCol="0" anchor="ctr"/>
          <a:lstStyle/>
          <a:p>
            <a:pPr algn="ctr">
              <a:lnSpc>
                <a:spcPct val="110000"/>
              </a:lnSpc>
            </a:pPr>
            <a:endParaRPr kumimoji="1" lang="zh-CN" altLang="en-US"/>
          </a:p>
        </p:txBody>
      </p:sp>
      <p:sp>
        <p:nvSpPr>
          <p:cNvPr id="37" name="标题 1"/>
          <p:cNvSpPr txBox="1"/>
          <p:nvPr/>
        </p:nvSpPr>
        <p:spPr>
          <a:xfrm>
            <a:off x="781050" y="406540"/>
            <a:ext cx="10671175" cy="468000"/>
          </a:xfrm>
          <a:prstGeom prst="rect">
            <a:avLst/>
          </a:prstGeom>
          <a:noFill/>
          <a:ln>
            <a:noFill/>
          </a:ln>
        </p:spPr>
        <p:txBody>
          <a:bodyPr vert="horz" wrap="square" lIns="0" tIns="0" rIns="0" bIns="0" rtlCol="0" anchor="ctr"/>
          <a:lstStyle/>
          <a:p>
            <a:pPr algn="l">
              <a:lnSpc>
                <a:spcPct val="110000"/>
              </a:lnSpc>
            </a:pPr>
            <a:r>
              <a:rPr kumimoji="1" lang="en-US" altLang="zh-CN" sz="2800">
                <a:ln w="12700">
                  <a:noFill/>
                </a:ln>
                <a:solidFill>
                  <a:srgbClr val="262626">
                    <a:alpha val="100000"/>
                  </a:srgbClr>
                </a:solidFill>
                <a:latin typeface="Source Han Sans CN Bold" panose="020B0800000000000000" charset="-122"/>
                <a:ea typeface="Source Han Sans CN Bold" panose="020B0800000000000000" charset="-122"/>
                <a:cs typeface="Source Han Sans CN Bold" panose="020B0800000000000000" charset="-122"/>
              </a:rPr>
              <a:t>Feature Engineering</a:t>
            </a:r>
            <a:endParaRPr kumimoji="1" lang="zh-CN" altLang="en-US"/>
          </a:p>
        </p:txBody>
      </p:sp>
      <p:sp>
        <p:nvSpPr>
          <p:cNvPr id="38" name="标题 1"/>
          <p:cNvSpPr txBox="1"/>
          <p:nvPr/>
        </p:nvSpPr>
        <p:spPr>
          <a:xfrm>
            <a:off x="469900" y="0"/>
            <a:ext cx="190500" cy="1028700"/>
          </a:xfrm>
          <a:prstGeom prst="rect">
            <a:avLst/>
          </a:prstGeom>
          <a:solidFill>
            <a:schemeClr val="accent1"/>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39" name="标题 1"/>
          <p:cNvSpPr txBox="1"/>
          <p:nvPr/>
        </p:nvSpPr>
        <p:spPr>
          <a:xfrm>
            <a:off x="196850" y="0"/>
            <a:ext cx="190500" cy="1028700"/>
          </a:xfrm>
          <a:prstGeom prst="rect">
            <a:avLst/>
          </a:prstGeom>
          <a:solidFill>
            <a:schemeClr val="accent1"/>
          </a:solidFill>
          <a:ln w="12700" cap="sq">
            <a:noFill/>
            <a:miter/>
          </a:ln>
        </p:spPr>
        <p:txBody>
          <a:bodyPr vert="horz" wrap="square" lIns="91440" tIns="45720" rIns="91440" bIns="45720" rtlCol="0" anchor="ctr"/>
          <a:lstStyle/>
          <a:p>
            <a:pPr algn="ctr">
              <a:lnSpc>
                <a:spcPct val="110000"/>
              </a:lnSpc>
            </a:pPr>
            <a:endParaRPr kumimoji="1" lang="zh-CN" alt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1"/>
          <p:cNvSpPr txBox="1"/>
          <p:nvPr/>
        </p:nvSpPr>
        <p:spPr>
          <a:xfrm>
            <a:off x="685800" y="1493298"/>
            <a:ext cx="8234238" cy="1256306"/>
          </a:xfrm>
          <a:prstGeom prst="roundRect">
            <a:avLst>
              <a:gd name="adj" fmla="val 9375"/>
            </a:avLst>
          </a:prstGeom>
          <a:noFill/>
          <a:ln w="12700" cap="sq">
            <a:solidFill>
              <a:schemeClr val="accent1"/>
            </a:solidFill>
            <a:miter/>
          </a:ln>
        </p:spPr>
        <p:txBody>
          <a:bodyPr vert="horz" wrap="square" lIns="91440" tIns="45720" rIns="91440" bIns="45720" rtlCol="0" anchor="ctr"/>
          <a:lstStyle/>
          <a:p>
            <a:pPr algn="ctr">
              <a:lnSpc>
                <a:spcPct val="110000"/>
              </a:lnSpc>
            </a:pPr>
            <a:endParaRPr kumimoji="1" lang="zh-CN" altLang="en-US"/>
          </a:p>
        </p:txBody>
      </p:sp>
      <p:sp>
        <p:nvSpPr>
          <p:cNvPr id="4" name="标题 1"/>
          <p:cNvSpPr txBox="1"/>
          <p:nvPr/>
        </p:nvSpPr>
        <p:spPr>
          <a:xfrm>
            <a:off x="8525677" y="1667457"/>
            <a:ext cx="860282" cy="860282"/>
          </a:xfrm>
          <a:prstGeom prst="plaque">
            <a:avLst/>
          </a:prstGeom>
          <a:gradFill>
            <a:gsLst>
              <a:gs pos="0">
                <a:schemeClr val="accent1"/>
              </a:gs>
              <a:gs pos="100000">
                <a:schemeClr val="accent1">
                  <a:lumMod val="75000"/>
                </a:schemeClr>
              </a:gs>
            </a:gsLst>
            <a:lin ang="5400000" scaled="0"/>
          </a:gra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5" name="标题 1"/>
          <p:cNvSpPr txBox="1"/>
          <p:nvPr/>
        </p:nvSpPr>
        <p:spPr>
          <a:xfrm>
            <a:off x="8580984" y="1725194"/>
            <a:ext cx="749667" cy="749667"/>
          </a:xfrm>
          <a:prstGeom prst="plaque">
            <a:avLst/>
          </a:prstGeom>
          <a:gradFill>
            <a:gsLst>
              <a:gs pos="0">
                <a:schemeClr val="accent1"/>
              </a:gs>
              <a:gs pos="100000">
                <a:schemeClr val="accent1">
                  <a:lumMod val="75000"/>
                </a:schemeClr>
              </a:gs>
            </a:gsLst>
            <a:lin ang="5400000" scaled="0"/>
          </a:gradFill>
          <a:ln w="12700" cap="sq">
            <a:solidFill>
              <a:schemeClr val="accent1">
                <a:lumMod val="40000"/>
                <a:lumOff val="60000"/>
              </a:schemeClr>
            </a:solidFill>
            <a:miter/>
          </a:ln>
        </p:spPr>
        <p:txBody>
          <a:bodyPr vert="horz" wrap="square" lIns="91440" tIns="45720" rIns="91440" bIns="45720" rtlCol="0" anchor="ctr"/>
          <a:lstStyle/>
          <a:p>
            <a:pPr algn="ctr">
              <a:lnSpc>
                <a:spcPct val="110000"/>
              </a:lnSpc>
            </a:pPr>
            <a:endParaRPr kumimoji="1" lang="zh-CN" altLang="en-US"/>
          </a:p>
        </p:txBody>
      </p:sp>
      <p:sp>
        <p:nvSpPr>
          <p:cNvPr id="6" name="标题 1"/>
          <p:cNvSpPr txBox="1"/>
          <p:nvPr/>
        </p:nvSpPr>
        <p:spPr>
          <a:xfrm>
            <a:off x="1065473" y="1624160"/>
            <a:ext cx="7232928" cy="289229"/>
          </a:xfrm>
          <a:prstGeom prst="rect">
            <a:avLst/>
          </a:prstGeom>
          <a:noFill/>
          <a:ln>
            <a:noFill/>
          </a:ln>
        </p:spPr>
        <p:txBody>
          <a:bodyPr vert="horz" wrap="square" lIns="0" tIns="0" rIns="0" bIns="0" rtlCol="0" anchor="ctr"/>
          <a:lstStyle/>
          <a:p>
            <a:pPr algn="l">
              <a:lnSpc>
                <a:spcPct val="110000"/>
              </a:lnSpc>
            </a:pPr>
            <a:r>
              <a:rPr kumimoji="1" lang="en-US" altLang="zh-CN" sz="1600">
                <a:ln w="12700">
                  <a:noFill/>
                </a:ln>
                <a:solidFill>
                  <a:srgbClr val="262626">
                    <a:alpha val="100000"/>
                  </a:srgbClr>
                </a:solidFill>
                <a:latin typeface="Source Han Sans CN Bold" panose="020B0800000000000000" charset="-122"/>
                <a:ea typeface="Source Han Sans CN Bold" panose="020B0800000000000000" charset="-122"/>
                <a:cs typeface="Source Han Sans CN Bold" panose="020B0800000000000000" charset="-122"/>
              </a:rPr>
              <a:t>Linear Indicator Transformation</a:t>
            </a:r>
            <a:endParaRPr kumimoji="1" lang="zh-CN" altLang="en-US"/>
          </a:p>
        </p:txBody>
      </p:sp>
      <p:sp>
        <p:nvSpPr>
          <p:cNvPr id="7" name="标题 1"/>
          <p:cNvSpPr txBox="1"/>
          <p:nvPr/>
        </p:nvSpPr>
        <p:spPr>
          <a:xfrm>
            <a:off x="867134" y="1926312"/>
            <a:ext cx="7437672" cy="688120"/>
          </a:xfrm>
          <a:prstGeom prst="rect">
            <a:avLst/>
          </a:prstGeom>
          <a:noFill/>
          <a:ln>
            <a:noFill/>
          </a:ln>
        </p:spPr>
        <p:txBody>
          <a:bodyPr vert="horz" wrap="square" lIns="0" tIns="0" rIns="0" bIns="0" rtlCol="0" anchor="t"/>
          <a:lstStyle/>
          <a:p>
            <a:pPr algn="l">
              <a:lnSpc>
                <a:spcPct val="150000"/>
              </a:lnSpc>
            </a:pPr>
            <a:r>
              <a:rPr kumimoji="1" lang="en-US" altLang="zh-CN" sz="1005">
                <a:ln w="12700">
                  <a:noFill/>
                </a:ln>
                <a:solidFill>
                  <a:srgbClr val="262626">
                    <a:alpha val="100000"/>
                  </a:srgbClr>
                </a:solidFill>
                <a:latin typeface="Source Han Sans"/>
                <a:ea typeface="Source Han Sans"/>
                <a:cs typeface="Source Han Sans"/>
              </a:rPr>
              <a:t>Apply linear indicator transformation to the classification labels. The first fault occurrence is labeled as 1, with subsequent samples undergoing label decay to account for its significance.
This approach helps the model focus more on the initial UE occurrence, which is crucial for timely maintenance.</a:t>
            </a:r>
            <a:endParaRPr kumimoji="1" lang="zh-CN" altLang="en-US"/>
          </a:p>
        </p:txBody>
      </p:sp>
      <p:sp>
        <p:nvSpPr>
          <p:cNvPr id="8" name="标题 1"/>
          <p:cNvSpPr txBox="1"/>
          <p:nvPr/>
        </p:nvSpPr>
        <p:spPr>
          <a:xfrm>
            <a:off x="867134" y="1705164"/>
            <a:ext cx="95416" cy="95416"/>
          </a:xfrm>
          <a:prstGeom prst="ellipse">
            <a:avLst/>
          </a:prstGeom>
          <a:solidFill>
            <a:schemeClr val="accent1"/>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9" name="标题 1"/>
          <p:cNvSpPr txBox="1"/>
          <p:nvPr/>
        </p:nvSpPr>
        <p:spPr>
          <a:xfrm>
            <a:off x="8628989" y="1717656"/>
            <a:ext cx="653656" cy="764742"/>
          </a:xfrm>
          <a:prstGeom prst="rect">
            <a:avLst/>
          </a:prstGeom>
          <a:noFill/>
          <a:ln>
            <a:noFill/>
          </a:ln>
        </p:spPr>
        <p:txBody>
          <a:bodyPr vert="horz" wrap="square" lIns="0" tIns="0" rIns="0" bIns="0" rtlCol="0" anchor="ctr"/>
          <a:lstStyle/>
          <a:p>
            <a:pPr algn="ctr">
              <a:lnSpc>
                <a:spcPct val="110000"/>
              </a:lnSpc>
            </a:pPr>
            <a:r>
              <a:rPr kumimoji="1" lang="en-US" altLang="zh-CN" sz="3600">
                <a:ln w="12700">
                  <a:noFill/>
                </a:ln>
                <a:solidFill>
                  <a:srgbClr val="FFFFFF">
                    <a:alpha val="100000"/>
                  </a:srgbClr>
                </a:solidFill>
                <a:latin typeface="Dream-XiaYiGBT" panose="02010604000000000000" charset="-122"/>
                <a:ea typeface="Dream-XiaYiGBT" panose="02010604000000000000" charset="-122"/>
                <a:cs typeface="Dream-XiaYiGBT" panose="02010604000000000000" charset="-122"/>
              </a:rPr>
              <a:t>壹</a:t>
            </a:r>
            <a:endParaRPr kumimoji="1" lang="zh-CN" altLang="en-US"/>
          </a:p>
        </p:txBody>
      </p:sp>
      <p:sp>
        <p:nvSpPr>
          <p:cNvPr id="10" name="标题 1"/>
          <p:cNvSpPr txBox="1"/>
          <p:nvPr/>
        </p:nvSpPr>
        <p:spPr>
          <a:xfrm flipH="1">
            <a:off x="3259455" y="3035935"/>
            <a:ext cx="8221345" cy="1353185"/>
          </a:xfrm>
          <a:prstGeom prst="roundRect">
            <a:avLst>
              <a:gd name="adj" fmla="val 9375"/>
            </a:avLst>
          </a:prstGeom>
          <a:noFill/>
          <a:ln w="12700" cap="sq">
            <a:solidFill>
              <a:schemeClr val="accent1"/>
            </a:solidFill>
            <a:miter/>
          </a:ln>
        </p:spPr>
        <p:txBody>
          <a:bodyPr vert="horz" wrap="square" lIns="91440" tIns="45720" rIns="91440" bIns="45720" rtlCol="0" anchor="ctr"/>
          <a:lstStyle/>
          <a:p>
            <a:pPr algn="ctr">
              <a:lnSpc>
                <a:spcPct val="110000"/>
              </a:lnSpc>
            </a:pPr>
            <a:endParaRPr kumimoji="1" lang="zh-CN" altLang="en-US"/>
          </a:p>
        </p:txBody>
      </p:sp>
      <p:sp>
        <p:nvSpPr>
          <p:cNvPr id="11" name="标题 1"/>
          <p:cNvSpPr txBox="1"/>
          <p:nvPr/>
        </p:nvSpPr>
        <p:spPr>
          <a:xfrm flipH="1">
            <a:off x="2793341" y="3210011"/>
            <a:ext cx="860282" cy="860282"/>
          </a:xfrm>
          <a:prstGeom prst="plaque">
            <a:avLst/>
          </a:prstGeom>
          <a:gradFill>
            <a:gsLst>
              <a:gs pos="0">
                <a:schemeClr val="accent1"/>
              </a:gs>
              <a:gs pos="100000">
                <a:schemeClr val="accent1">
                  <a:lumMod val="75000"/>
                </a:schemeClr>
              </a:gs>
            </a:gsLst>
            <a:lin ang="5400000" scaled="0"/>
          </a:gra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2" name="标题 1"/>
          <p:cNvSpPr txBox="1"/>
          <p:nvPr/>
        </p:nvSpPr>
        <p:spPr>
          <a:xfrm flipH="1">
            <a:off x="2848649" y="3267748"/>
            <a:ext cx="749667" cy="749667"/>
          </a:xfrm>
          <a:prstGeom prst="plaque">
            <a:avLst/>
          </a:prstGeom>
          <a:gradFill>
            <a:gsLst>
              <a:gs pos="0">
                <a:schemeClr val="accent1"/>
              </a:gs>
              <a:gs pos="100000">
                <a:schemeClr val="accent1">
                  <a:lumMod val="75000"/>
                </a:schemeClr>
              </a:gs>
            </a:gsLst>
            <a:lin ang="5400000" scaled="0"/>
          </a:gradFill>
          <a:ln w="12700" cap="sq">
            <a:solidFill>
              <a:schemeClr val="accent1">
                <a:lumMod val="40000"/>
                <a:lumOff val="60000"/>
              </a:schemeClr>
            </a:solidFill>
            <a:miter/>
          </a:ln>
        </p:spPr>
        <p:txBody>
          <a:bodyPr vert="horz" wrap="square" lIns="91440" tIns="45720" rIns="91440" bIns="45720" rtlCol="0" anchor="ctr"/>
          <a:lstStyle/>
          <a:p>
            <a:pPr algn="ctr">
              <a:lnSpc>
                <a:spcPct val="110000"/>
              </a:lnSpc>
            </a:pPr>
            <a:endParaRPr kumimoji="1" lang="zh-CN" altLang="en-US"/>
          </a:p>
        </p:txBody>
      </p:sp>
      <p:sp>
        <p:nvSpPr>
          <p:cNvPr id="13" name="标题 1"/>
          <p:cNvSpPr txBox="1"/>
          <p:nvPr/>
        </p:nvSpPr>
        <p:spPr>
          <a:xfrm>
            <a:off x="4117559" y="3166714"/>
            <a:ext cx="7080528" cy="289229"/>
          </a:xfrm>
          <a:prstGeom prst="rect">
            <a:avLst/>
          </a:prstGeom>
          <a:noFill/>
          <a:ln>
            <a:noFill/>
          </a:ln>
        </p:spPr>
        <p:txBody>
          <a:bodyPr vert="horz" wrap="square" lIns="0" tIns="0" rIns="0" bIns="0" rtlCol="0" anchor="ctr"/>
          <a:lstStyle/>
          <a:p>
            <a:pPr algn="l">
              <a:lnSpc>
                <a:spcPct val="110000"/>
              </a:lnSpc>
            </a:pPr>
            <a:r>
              <a:rPr kumimoji="1" lang="en-US" altLang="zh-CN" sz="1600">
                <a:ln w="12700">
                  <a:noFill/>
                </a:ln>
                <a:solidFill>
                  <a:srgbClr val="262626">
                    <a:alpha val="100000"/>
                  </a:srgbClr>
                </a:solidFill>
                <a:latin typeface="Source Han Sans CN Bold" panose="020B0800000000000000" charset="-122"/>
                <a:ea typeface="Source Han Sans CN Bold" panose="020B0800000000000000" charset="-122"/>
                <a:cs typeface="Source Han Sans CN Bold" panose="020B0800000000000000" charset="-122"/>
              </a:rPr>
              <a:t>Negative Sampling and Model Ensemble</a:t>
            </a:r>
            <a:endParaRPr kumimoji="1" lang="zh-CN" altLang="en-US"/>
          </a:p>
        </p:txBody>
      </p:sp>
      <p:sp>
        <p:nvSpPr>
          <p:cNvPr id="14" name="标题 1"/>
          <p:cNvSpPr txBox="1"/>
          <p:nvPr/>
        </p:nvSpPr>
        <p:spPr>
          <a:xfrm>
            <a:off x="3887415" y="3468866"/>
            <a:ext cx="7310672" cy="688120"/>
          </a:xfrm>
          <a:prstGeom prst="rect">
            <a:avLst/>
          </a:prstGeom>
          <a:noFill/>
          <a:ln>
            <a:noFill/>
          </a:ln>
        </p:spPr>
        <p:txBody>
          <a:bodyPr vert="horz" wrap="square" lIns="0" tIns="0" rIns="0" bIns="0" rtlCol="0" anchor="t"/>
          <a:lstStyle/>
          <a:p>
            <a:pPr algn="l">
              <a:lnSpc>
                <a:spcPct val="150000"/>
              </a:lnSpc>
            </a:pPr>
            <a:r>
              <a:rPr kumimoji="1" lang="en-US" altLang="zh-CN" sz="900">
                <a:ln w="12700">
                  <a:noFill/>
                </a:ln>
                <a:solidFill>
                  <a:srgbClr val="262626">
                    <a:alpha val="100000"/>
                  </a:srgbClr>
                </a:solidFill>
                <a:latin typeface="Source Han Sans"/>
                <a:ea typeface="Source Han Sans"/>
                <a:cs typeface="Source Han Sans"/>
              </a:rPr>
              <a:t>Use negative sampling to address the extreme imbalance between positive and negative samples during training. This improves the model's ability to learn from the minority class.
Train an ensemble of tree- based models (LightGBM, XGBoost, CatBoost) to boost overall robustness and accuracy. Average the predictions to reduce variance and individual model biases.</a:t>
            </a:r>
            <a:endParaRPr kumimoji="1" lang="zh-CN" altLang="en-US"/>
          </a:p>
        </p:txBody>
      </p:sp>
      <p:sp>
        <p:nvSpPr>
          <p:cNvPr id="15" name="标题 1"/>
          <p:cNvSpPr txBox="1"/>
          <p:nvPr/>
        </p:nvSpPr>
        <p:spPr>
          <a:xfrm flipH="1">
            <a:off x="3887415" y="3247718"/>
            <a:ext cx="95416" cy="95416"/>
          </a:xfrm>
          <a:prstGeom prst="ellipse">
            <a:avLst/>
          </a:prstGeom>
          <a:solidFill>
            <a:schemeClr val="accent1"/>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40" name="标题 1"/>
          <p:cNvSpPr txBox="1"/>
          <p:nvPr/>
        </p:nvSpPr>
        <p:spPr>
          <a:xfrm>
            <a:off x="2896655" y="3260210"/>
            <a:ext cx="653656" cy="764742"/>
          </a:xfrm>
          <a:prstGeom prst="rect">
            <a:avLst/>
          </a:prstGeom>
          <a:noFill/>
          <a:ln>
            <a:noFill/>
          </a:ln>
        </p:spPr>
        <p:txBody>
          <a:bodyPr vert="horz" wrap="square" lIns="0" tIns="0" rIns="0" bIns="0" rtlCol="0" anchor="ctr"/>
          <a:lstStyle/>
          <a:p>
            <a:pPr algn="ctr">
              <a:lnSpc>
                <a:spcPct val="110000"/>
              </a:lnSpc>
            </a:pPr>
            <a:r>
              <a:rPr kumimoji="1" lang="en-US" altLang="zh-CN" sz="3600">
                <a:ln w="12700">
                  <a:noFill/>
                </a:ln>
                <a:solidFill>
                  <a:srgbClr val="FFFFFF">
                    <a:alpha val="100000"/>
                  </a:srgbClr>
                </a:solidFill>
                <a:latin typeface="Dream-XiaYiGBT" panose="02010604000000000000" charset="-122"/>
                <a:ea typeface="Dream-XiaYiGBT" panose="02010604000000000000" charset="-122"/>
                <a:cs typeface="Dream-XiaYiGBT" panose="02010604000000000000" charset="-122"/>
              </a:rPr>
              <a:t>贰</a:t>
            </a:r>
            <a:endParaRPr kumimoji="1" lang="zh-CN" altLang="en-US"/>
          </a:p>
        </p:txBody>
      </p:sp>
      <p:sp>
        <p:nvSpPr>
          <p:cNvPr id="41" name="标题 1"/>
          <p:cNvSpPr txBox="1"/>
          <p:nvPr/>
        </p:nvSpPr>
        <p:spPr>
          <a:xfrm>
            <a:off x="685800" y="4578350"/>
            <a:ext cx="8234045" cy="1497330"/>
          </a:xfrm>
          <a:prstGeom prst="roundRect">
            <a:avLst>
              <a:gd name="adj" fmla="val 9375"/>
            </a:avLst>
          </a:prstGeom>
          <a:noFill/>
          <a:ln w="12700" cap="sq">
            <a:solidFill>
              <a:schemeClr val="accent1"/>
            </a:solidFill>
            <a:miter/>
          </a:ln>
        </p:spPr>
        <p:txBody>
          <a:bodyPr vert="horz" wrap="square" lIns="91440" tIns="45720" rIns="91440" bIns="45720" rtlCol="0" anchor="ctr"/>
          <a:lstStyle/>
          <a:p>
            <a:pPr algn="ctr">
              <a:lnSpc>
                <a:spcPct val="110000"/>
              </a:lnSpc>
            </a:pPr>
            <a:endParaRPr kumimoji="1" lang="zh-CN" altLang="en-US"/>
          </a:p>
        </p:txBody>
      </p:sp>
      <p:sp>
        <p:nvSpPr>
          <p:cNvPr id="42" name="标题 1"/>
          <p:cNvSpPr txBox="1"/>
          <p:nvPr/>
        </p:nvSpPr>
        <p:spPr>
          <a:xfrm>
            <a:off x="8525677" y="4752565"/>
            <a:ext cx="860282" cy="860282"/>
          </a:xfrm>
          <a:prstGeom prst="plaque">
            <a:avLst/>
          </a:prstGeom>
          <a:gradFill>
            <a:gsLst>
              <a:gs pos="0">
                <a:schemeClr val="accent1"/>
              </a:gs>
              <a:gs pos="100000">
                <a:schemeClr val="accent1">
                  <a:lumMod val="75000"/>
                </a:schemeClr>
              </a:gs>
            </a:gsLst>
            <a:lin ang="5400000" scaled="0"/>
          </a:gra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43" name="标题 1"/>
          <p:cNvSpPr txBox="1"/>
          <p:nvPr/>
        </p:nvSpPr>
        <p:spPr>
          <a:xfrm>
            <a:off x="8580984" y="4810302"/>
            <a:ext cx="749667" cy="749667"/>
          </a:xfrm>
          <a:prstGeom prst="plaque">
            <a:avLst/>
          </a:prstGeom>
          <a:gradFill>
            <a:gsLst>
              <a:gs pos="0">
                <a:schemeClr val="accent1"/>
              </a:gs>
              <a:gs pos="100000">
                <a:schemeClr val="accent1">
                  <a:lumMod val="75000"/>
                </a:schemeClr>
              </a:gs>
            </a:gsLst>
            <a:lin ang="5400000" scaled="0"/>
          </a:gradFill>
          <a:ln w="12700" cap="sq">
            <a:solidFill>
              <a:schemeClr val="accent1">
                <a:lumMod val="40000"/>
                <a:lumOff val="60000"/>
              </a:schemeClr>
            </a:solidFill>
            <a:miter/>
          </a:ln>
        </p:spPr>
        <p:txBody>
          <a:bodyPr vert="horz" wrap="square" lIns="91440" tIns="45720" rIns="91440" bIns="45720" rtlCol="0" anchor="ctr"/>
          <a:lstStyle/>
          <a:p>
            <a:pPr algn="ctr">
              <a:lnSpc>
                <a:spcPct val="110000"/>
              </a:lnSpc>
            </a:pPr>
            <a:endParaRPr kumimoji="1" lang="zh-CN" altLang="en-US"/>
          </a:p>
        </p:txBody>
      </p:sp>
      <p:sp>
        <p:nvSpPr>
          <p:cNvPr id="44" name="标题 1"/>
          <p:cNvSpPr txBox="1"/>
          <p:nvPr/>
        </p:nvSpPr>
        <p:spPr>
          <a:xfrm>
            <a:off x="1065473" y="4709268"/>
            <a:ext cx="7232928" cy="289229"/>
          </a:xfrm>
          <a:prstGeom prst="rect">
            <a:avLst/>
          </a:prstGeom>
          <a:noFill/>
          <a:ln>
            <a:noFill/>
          </a:ln>
        </p:spPr>
        <p:txBody>
          <a:bodyPr vert="horz" wrap="square" lIns="0" tIns="0" rIns="0" bIns="0" rtlCol="0" anchor="ctr"/>
          <a:lstStyle/>
          <a:p>
            <a:pPr algn="l">
              <a:lnSpc>
                <a:spcPct val="110000"/>
              </a:lnSpc>
            </a:pPr>
            <a:r>
              <a:rPr kumimoji="1" lang="en-US" altLang="zh-CN" sz="1600">
                <a:ln w="12700">
                  <a:noFill/>
                </a:ln>
                <a:solidFill>
                  <a:srgbClr val="262626">
                    <a:alpha val="100000"/>
                  </a:srgbClr>
                </a:solidFill>
                <a:latin typeface="Source Han Sans CN Bold" panose="020B0800000000000000" charset="-122"/>
                <a:ea typeface="Source Han Sans CN Bold" panose="020B0800000000000000" charset="-122"/>
                <a:cs typeface="Source Han Sans CN Bold" panose="020B0800000000000000" charset="-122"/>
              </a:rPr>
              <a:t>SN Wise Metric and Threshold Optimization</a:t>
            </a:r>
            <a:endParaRPr kumimoji="1" lang="zh-CN" altLang="en-US"/>
          </a:p>
        </p:txBody>
      </p:sp>
      <p:sp>
        <p:nvSpPr>
          <p:cNvPr id="45" name="标题 1"/>
          <p:cNvSpPr txBox="1"/>
          <p:nvPr/>
        </p:nvSpPr>
        <p:spPr>
          <a:xfrm>
            <a:off x="867410" y="5011420"/>
            <a:ext cx="7438390" cy="1029335"/>
          </a:xfrm>
          <a:prstGeom prst="rect">
            <a:avLst/>
          </a:prstGeom>
          <a:noFill/>
          <a:ln>
            <a:noFill/>
          </a:ln>
        </p:spPr>
        <p:txBody>
          <a:bodyPr vert="horz" wrap="square" lIns="0" tIns="0" rIns="0" bIns="0" rtlCol="0" anchor="t"/>
          <a:lstStyle/>
          <a:p>
            <a:pPr algn="l">
              <a:lnSpc>
                <a:spcPct val="150000"/>
              </a:lnSpc>
            </a:pPr>
            <a:r>
              <a:rPr kumimoji="1" lang="en-US" altLang="zh-CN" sz="1005">
                <a:ln w="12700">
                  <a:noFill/>
                </a:ln>
                <a:solidFill>
                  <a:srgbClr val="262626">
                    <a:alpha val="100000"/>
                  </a:srgbClr>
                </a:solidFill>
                <a:latin typeface="Source Han Sans"/>
                <a:ea typeface="Source Han Sans"/>
                <a:cs typeface="Source Han Sans"/>
              </a:rPr>
              <a:t>Establish an SN wise metric verification function to evaluate model performance accurately at the individual sample level.
Determine the optimal binary classification threshold using the verification function and exhaustive search. This maximizes performance metrics like precision, recall, and F1- score.</a:t>
            </a:r>
            <a:endParaRPr kumimoji="1" lang="zh-CN" altLang="en-US"/>
          </a:p>
        </p:txBody>
      </p:sp>
      <p:sp>
        <p:nvSpPr>
          <p:cNvPr id="46" name="标题 1"/>
          <p:cNvSpPr txBox="1"/>
          <p:nvPr/>
        </p:nvSpPr>
        <p:spPr>
          <a:xfrm>
            <a:off x="867134" y="4790272"/>
            <a:ext cx="95416" cy="95416"/>
          </a:xfrm>
          <a:prstGeom prst="ellipse">
            <a:avLst/>
          </a:prstGeom>
          <a:solidFill>
            <a:schemeClr val="accent1"/>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47" name="标题 1"/>
          <p:cNvSpPr txBox="1"/>
          <p:nvPr/>
        </p:nvSpPr>
        <p:spPr>
          <a:xfrm>
            <a:off x="8628989" y="4802764"/>
            <a:ext cx="653656" cy="764742"/>
          </a:xfrm>
          <a:prstGeom prst="rect">
            <a:avLst/>
          </a:prstGeom>
          <a:noFill/>
          <a:ln>
            <a:noFill/>
          </a:ln>
        </p:spPr>
        <p:txBody>
          <a:bodyPr vert="horz" wrap="square" lIns="0" tIns="0" rIns="0" bIns="0" rtlCol="0" anchor="ctr"/>
          <a:lstStyle/>
          <a:p>
            <a:pPr algn="ctr">
              <a:lnSpc>
                <a:spcPct val="110000"/>
              </a:lnSpc>
            </a:pPr>
            <a:r>
              <a:rPr kumimoji="1" lang="en-US" altLang="zh-CN" sz="3600">
                <a:ln w="12700">
                  <a:noFill/>
                </a:ln>
                <a:solidFill>
                  <a:srgbClr val="FFFFFF">
                    <a:alpha val="100000"/>
                  </a:srgbClr>
                </a:solidFill>
                <a:latin typeface="Dream-XiaYiGBT" panose="02010604000000000000" charset="-122"/>
                <a:ea typeface="Dream-XiaYiGBT" panose="02010604000000000000" charset="-122"/>
                <a:cs typeface="Dream-XiaYiGBT" panose="02010604000000000000" charset="-122"/>
              </a:rPr>
              <a:t>叁</a:t>
            </a:r>
            <a:endParaRPr kumimoji="1" lang="zh-CN" altLang="en-US"/>
          </a:p>
        </p:txBody>
      </p:sp>
      <p:sp>
        <p:nvSpPr>
          <p:cNvPr id="48" name="标题 1"/>
          <p:cNvSpPr txBox="1"/>
          <p:nvPr/>
        </p:nvSpPr>
        <p:spPr>
          <a:xfrm>
            <a:off x="781050" y="406540"/>
            <a:ext cx="10671175" cy="468000"/>
          </a:xfrm>
          <a:prstGeom prst="rect">
            <a:avLst/>
          </a:prstGeom>
          <a:noFill/>
          <a:ln>
            <a:noFill/>
          </a:ln>
        </p:spPr>
        <p:txBody>
          <a:bodyPr vert="horz" wrap="square" lIns="0" tIns="0" rIns="0" bIns="0" rtlCol="0" anchor="ctr"/>
          <a:lstStyle/>
          <a:p>
            <a:pPr algn="l">
              <a:lnSpc>
                <a:spcPct val="110000"/>
              </a:lnSpc>
            </a:pPr>
            <a:r>
              <a:rPr kumimoji="1" lang="en-US" altLang="zh-CN" sz="2800">
                <a:ln w="12700">
                  <a:noFill/>
                </a:ln>
                <a:solidFill>
                  <a:srgbClr val="262626">
                    <a:alpha val="100000"/>
                  </a:srgbClr>
                </a:solidFill>
                <a:latin typeface="Source Han Sans CN Bold" panose="020B0800000000000000" charset="-122"/>
                <a:ea typeface="Source Han Sans CN Bold" panose="020B0800000000000000" charset="-122"/>
                <a:cs typeface="Source Han Sans CN Bold" panose="020B0800000000000000" charset="-122"/>
              </a:rPr>
              <a:t>Addressing Data Imbalance</a:t>
            </a:r>
            <a:endParaRPr kumimoji="1" lang="zh-CN" altLang="en-US"/>
          </a:p>
        </p:txBody>
      </p:sp>
      <p:sp>
        <p:nvSpPr>
          <p:cNvPr id="49" name="标题 1"/>
          <p:cNvSpPr txBox="1"/>
          <p:nvPr/>
        </p:nvSpPr>
        <p:spPr>
          <a:xfrm>
            <a:off x="469900" y="0"/>
            <a:ext cx="190500" cy="1028700"/>
          </a:xfrm>
          <a:prstGeom prst="rect">
            <a:avLst/>
          </a:prstGeom>
          <a:solidFill>
            <a:schemeClr val="accent1"/>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50" name="标题 1"/>
          <p:cNvSpPr txBox="1"/>
          <p:nvPr/>
        </p:nvSpPr>
        <p:spPr>
          <a:xfrm>
            <a:off x="196850" y="0"/>
            <a:ext cx="190500" cy="1028700"/>
          </a:xfrm>
          <a:prstGeom prst="rect">
            <a:avLst/>
          </a:prstGeom>
          <a:solidFill>
            <a:schemeClr val="accent1"/>
          </a:solidFill>
          <a:ln w="12700" cap="sq">
            <a:noFill/>
            <a:miter/>
          </a:ln>
        </p:spPr>
        <p:txBody>
          <a:bodyPr vert="horz" wrap="square" lIns="91440" tIns="45720" rIns="91440" bIns="45720" rtlCol="0" anchor="ctr"/>
          <a:lstStyle/>
          <a:p>
            <a:pPr algn="ctr">
              <a:lnSpc>
                <a:spcPct val="110000"/>
              </a:lnSpc>
            </a:pPr>
            <a:endParaRPr kumimoji="1" lang="zh-CN" alt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椭圆 2"/>
          <p:cNvSpPr/>
          <p:nvPr/>
        </p:nvSpPr>
        <p:spPr>
          <a:xfrm>
            <a:off x="1412399" y="1717992"/>
            <a:ext cx="2394908" cy="2394908"/>
          </a:xfrm>
          <a:prstGeom prst="ellipse">
            <a:avLst/>
          </a:prstGeom>
          <a:solidFill>
            <a:schemeClr val="accent1"/>
          </a:solidFill>
          <a:ln>
            <a:noFill/>
          </a:ln>
          <a:effectLst>
            <a:outerShdw blurRad="101600" dist="1016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noAutofit/>
          </a:bodyPr>
          <a:lstStyle/>
          <a:p>
            <a:pPr algn="ctr"/>
            <a:endParaRPr lang="zh-CN" altLang="en-US" sz="2400"/>
          </a:p>
        </p:txBody>
      </p:sp>
      <p:sp>
        <p:nvSpPr>
          <p:cNvPr id="4" name="矩形 3"/>
          <p:cNvSpPr/>
          <p:nvPr/>
        </p:nvSpPr>
        <p:spPr>
          <a:xfrm>
            <a:off x="4114038" y="1752359"/>
            <a:ext cx="3616696" cy="830997"/>
          </a:xfrm>
          <a:prstGeom prst="rect">
            <a:avLst/>
          </a:prstGeom>
        </p:spPr>
        <p:txBody>
          <a:bodyPr wrap="none">
            <a:spAutoFit/>
          </a:bodyPr>
          <a:lstStyle/>
          <a:p>
            <a:r>
              <a:rPr lang="en-US" altLang="zh-CN" sz="4800" b="1" kern="100" dirty="0">
                <a:solidFill>
                  <a:schemeClr val="accent1"/>
                </a:solidFill>
                <a:latin typeface="+mn-ea"/>
                <a:cs typeface="Times New Roman" panose="02020503050405090304" pitchFamily="18" charset="0"/>
              </a:rPr>
              <a:t>Experiments</a:t>
            </a:r>
          </a:p>
        </p:txBody>
      </p:sp>
      <p:grpSp>
        <p:nvGrpSpPr>
          <p:cNvPr id="5" name="Group 13"/>
          <p:cNvGrpSpPr>
            <a:grpSpLocks noChangeAspect="1"/>
          </p:cNvGrpSpPr>
          <p:nvPr/>
        </p:nvGrpSpPr>
        <p:grpSpPr bwMode="auto">
          <a:xfrm>
            <a:off x="4225466" y="2706139"/>
            <a:ext cx="328183" cy="327403"/>
            <a:chOff x="3665" y="2074"/>
            <a:chExt cx="421" cy="420"/>
          </a:xfrm>
          <a:solidFill>
            <a:schemeClr val="accent1"/>
          </a:solidFill>
        </p:grpSpPr>
        <p:sp>
          <p:nvSpPr>
            <p:cNvPr id="6" name="Freeform 14"/>
            <p:cNvSpPr>
              <a:spLocks noEditPoints="1"/>
            </p:cNvSpPr>
            <p:nvPr/>
          </p:nvSpPr>
          <p:spPr bwMode="auto">
            <a:xfrm>
              <a:off x="3665" y="2074"/>
              <a:ext cx="421" cy="420"/>
            </a:xfrm>
            <a:custGeom>
              <a:avLst/>
              <a:gdLst>
                <a:gd name="T0" fmla="*/ 350 w 699"/>
                <a:gd name="T1" fmla="*/ 698 h 698"/>
                <a:gd name="T2" fmla="*/ 0 w 699"/>
                <a:gd name="T3" fmla="*/ 349 h 698"/>
                <a:gd name="T4" fmla="*/ 350 w 699"/>
                <a:gd name="T5" fmla="*/ 0 h 698"/>
                <a:gd name="T6" fmla="*/ 699 w 699"/>
                <a:gd name="T7" fmla="*/ 349 h 698"/>
                <a:gd name="T8" fmla="*/ 350 w 699"/>
                <a:gd name="T9" fmla="*/ 698 h 698"/>
                <a:gd name="T10" fmla="*/ 350 w 699"/>
                <a:gd name="T11" fmla="*/ 40 h 698"/>
                <a:gd name="T12" fmla="*/ 40 w 699"/>
                <a:gd name="T13" fmla="*/ 349 h 698"/>
                <a:gd name="T14" fmla="*/ 350 w 699"/>
                <a:gd name="T15" fmla="*/ 658 h 698"/>
                <a:gd name="T16" fmla="*/ 659 w 699"/>
                <a:gd name="T17" fmla="*/ 349 h 698"/>
                <a:gd name="T18" fmla="*/ 350 w 699"/>
                <a:gd name="T19" fmla="*/ 40 h 6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99" h="698">
                  <a:moveTo>
                    <a:pt x="350" y="698"/>
                  </a:moveTo>
                  <a:cubicBezTo>
                    <a:pt x="157" y="698"/>
                    <a:pt x="0" y="542"/>
                    <a:pt x="0" y="349"/>
                  </a:cubicBezTo>
                  <a:cubicBezTo>
                    <a:pt x="0" y="156"/>
                    <a:pt x="157" y="0"/>
                    <a:pt x="350" y="0"/>
                  </a:cubicBezTo>
                  <a:cubicBezTo>
                    <a:pt x="542" y="0"/>
                    <a:pt x="699" y="156"/>
                    <a:pt x="699" y="349"/>
                  </a:cubicBezTo>
                  <a:cubicBezTo>
                    <a:pt x="699" y="542"/>
                    <a:pt x="542" y="698"/>
                    <a:pt x="350" y="698"/>
                  </a:cubicBezTo>
                  <a:close/>
                  <a:moveTo>
                    <a:pt x="350" y="40"/>
                  </a:moveTo>
                  <a:cubicBezTo>
                    <a:pt x="179" y="40"/>
                    <a:pt x="40" y="179"/>
                    <a:pt x="40" y="349"/>
                  </a:cubicBezTo>
                  <a:cubicBezTo>
                    <a:pt x="40" y="519"/>
                    <a:pt x="179" y="658"/>
                    <a:pt x="350" y="658"/>
                  </a:cubicBezTo>
                  <a:cubicBezTo>
                    <a:pt x="520" y="658"/>
                    <a:pt x="659" y="519"/>
                    <a:pt x="659" y="349"/>
                  </a:cubicBezTo>
                  <a:cubicBezTo>
                    <a:pt x="659" y="179"/>
                    <a:pt x="520" y="40"/>
                    <a:pt x="350" y="4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p>
          </p:txBody>
        </p:sp>
        <p:sp>
          <p:nvSpPr>
            <p:cNvPr id="7" name="Freeform 15"/>
            <p:cNvSpPr/>
            <p:nvPr/>
          </p:nvSpPr>
          <p:spPr bwMode="auto">
            <a:xfrm>
              <a:off x="3759" y="2204"/>
              <a:ext cx="233" cy="162"/>
            </a:xfrm>
            <a:custGeom>
              <a:avLst/>
              <a:gdLst>
                <a:gd name="T0" fmla="*/ 138 w 387"/>
                <a:gd name="T1" fmla="*/ 269 h 269"/>
                <a:gd name="T2" fmla="*/ 123 w 387"/>
                <a:gd name="T3" fmla="*/ 263 h 269"/>
                <a:gd name="T4" fmla="*/ 7 w 387"/>
                <a:gd name="T5" fmla="*/ 147 h 269"/>
                <a:gd name="T6" fmla="*/ 7 w 387"/>
                <a:gd name="T7" fmla="*/ 119 h 269"/>
                <a:gd name="T8" fmla="*/ 7 w 387"/>
                <a:gd name="T9" fmla="*/ 119 h 269"/>
                <a:gd name="T10" fmla="*/ 36 w 387"/>
                <a:gd name="T11" fmla="*/ 119 h 269"/>
                <a:gd name="T12" fmla="*/ 36 w 387"/>
                <a:gd name="T13" fmla="*/ 119 h 269"/>
                <a:gd name="T14" fmla="*/ 138 w 387"/>
                <a:gd name="T15" fmla="*/ 221 h 269"/>
                <a:gd name="T16" fmla="*/ 350 w 387"/>
                <a:gd name="T17" fmla="*/ 8 h 269"/>
                <a:gd name="T18" fmla="*/ 379 w 387"/>
                <a:gd name="T19" fmla="*/ 8 h 269"/>
                <a:gd name="T20" fmla="*/ 379 w 387"/>
                <a:gd name="T21" fmla="*/ 8 h 269"/>
                <a:gd name="T22" fmla="*/ 379 w 387"/>
                <a:gd name="T23" fmla="*/ 36 h 269"/>
                <a:gd name="T24" fmla="*/ 379 w 387"/>
                <a:gd name="T25" fmla="*/ 36 h 269"/>
                <a:gd name="T26" fmla="*/ 152 w 387"/>
                <a:gd name="T27" fmla="*/ 263 h 269"/>
                <a:gd name="T28" fmla="*/ 138 w 387"/>
                <a:gd name="T29" fmla="*/ 269 h 2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87" h="269">
                  <a:moveTo>
                    <a:pt x="138" y="269"/>
                  </a:moveTo>
                  <a:cubicBezTo>
                    <a:pt x="132" y="269"/>
                    <a:pt x="127" y="267"/>
                    <a:pt x="123" y="263"/>
                  </a:cubicBezTo>
                  <a:cubicBezTo>
                    <a:pt x="7" y="147"/>
                    <a:pt x="7" y="147"/>
                    <a:pt x="7" y="147"/>
                  </a:cubicBezTo>
                  <a:cubicBezTo>
                    <a:pt x="0" y="139"/>
                    <a:pt x="0" y="127"/>
                    <a:pt x="7" y="119"/>
                  </a:cubicBezTo>
                  <a:cubicBezTo>
                    <a:pt x="7" y="119"/>
                    <a:pt x="7" y="119"/>
                    <a:pt x="7" y="119"/>
                  </a:cubicBezTo>
                  <a:cubicBezTo>
                    <a:pt x="15" y="111"/>
                    <a:pt x="28" y="111"/>
                    <a:pt x="36" y="119"/>
                  </a:cubicBezTo>
                  <a:cubicBezTo>
                    <a:pt x="36" y="119"/>
                    <a:pt x="36" y="119"/>
                    <a:pt x="36" y="119"/>
                  </a:cubicBezTo>
                  <a:cubicBezTo>
                    <a:pt x="138" y="221"/>
                    <a:pt x="138" y="221"/>
                    <a:pt x="138" y="221"/>
                  </a:cubicBezTo>
                  <a:cubicBezTo>
                    <a:pt x="350" y="8"/>
                    <a:pt x="350" y="8"/>
                    <a:pt x="350" y="8"/>
                  </a:cubicBezTo>
                  <a:cubicBezTo>
                    <a:pt x="358" y="0"/>
                    <a:pt x="371" y="0"/>
                    <a:pt x="379" y="8"/>
                  </a:cubicBezTo>
                  <a:cubicBezTo>
                    <a:pt x="379" y="8"/>
                    <a:pt x="379" y="8"/>
                    <a:pt x="379" y="8"/>
                  </a:cubicBezTo>
                  <a:cubicBezTo>
                    <a:pt x="387" y="16"/>
                    <a:pt x="387" y="28"/>
                    <a:pt x="379" y="36"/>
                  </a:cubicBezTo>
                  <a:cubicBezTo>
                    <a:pt x="379" y="36"/>
                    <a:pt x="379" y="36"/>
                    <a:pt x="379" y="36"/>
                  </a:cubicBezTo>
                  <a:cubicBezTo>
                    <a:pt x="152" y="263"/>
                    <a:pt x="152" y="263"/>
                    <a:pt x="152" y="263"/>
                  </a:cubicBezTo>
                  <a:cubicBezTo>
                    <a:pt x="148" y="267"/>
                    <a:pt x="143" y="269"/>
                    <a:pt x="138" y="26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p>
          </p:txBody>
        </p:sp>
      </p:grpSp>
      <p:grpSp>
        <p:nvGrpSpPr>
          <p:cNvPr id="9" name="Group 13"/>
          <p:cNvGrpSpPr>
            <a:grpSpLocks noChangeAspect="1"/>
          </p:cNvGrpSpPr>
          <p:nvPr/>
        </p:nvGrpSpPr>
        <p:grpSpPr bwMode="auto">
          <a:xfrm>
            <a:off x="4225466" y="3182921"/>
            <a:ext cx="328183" cy="327403"/>
            <a:chOff x="3665" y="2074"/>
            <a:chExt cx="421" cy="420"/>
          </a:xfrm>
          <a:solidFill>
            <a:schemeClr val="accent1"/>
          </a:solidFill>
        </p:grpSpPr>
        <p:sp>
          <p:nvSpPr>
            <p:cNvPr id="10" name="Freeform 14"/>
            <p:cNvSpPr>
              <a:spLocks noEditPoints="1"/>
            </p:cNvSpPr>
            <p:nvPr/>
          </p:nvSpPr>
          <p:spPr bwMode="auto">
            <a:xfrm>
              <a:off x="3665" y="2074"/>
              <a:ext cx="421" cy="420"/>
            </a:xfrm>
            <a:custGeom>
              <a:avLst/>
              <a:gdLst>
                <a:gd name="T0" fmla="*/ 350 w 699"/>
                <a:gd name="T1" fmla="*/ 698 h 698"/>
                <a:gd name="T2" fmla="*/ 0 w 699"/>
                <a:gd name="T3" fmla="*/ 349 h 698"/>
                <a:gd name="T4" fmla="*/ 350 w 699"/>
                <a:gd name="T5" fmla="*/ 0 h 698"/>
                <a:gd name="T6" fmla="*/ 699 w 699"/>
                <a:gd name="T7" fmla="*/ 349 h 698"/>
                <a:gd name="T8" fmla="*/ 350 w 699"/>
                <a:gd name="T9" fmla="*/ 698 h 698"/>
                <a:gd name="T10" fmla="*/ 350 w 699"/>
                <a:gd name="T11" fmla="*/ 40 h 698"/>
                <a:gd name="T12" fmla="*/ 40 w 699"/>
                <a:gd name="T13" fmla="*/ 349 h 698"/>
                <a:gd name="T14" fmla="*/ 350 w 699"/>
                <a:gd name="T15" fmla="*/ 658 h 698"/>
                <a:gd name="T16" fmla="*/ 659 w 699"/>
                <a:gd name="T17" fmla="*/ 349 h 698"/>
                <a:gd name="T18" fmla="*/ 350 w 699"/>
                <a:gd name="T19" fmla="*/ 40 h 6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99" h="698">
                  <a:moveTo>
                    <a:pt x="350" y="698"/>
                  </a:moveTo>
                  <a:cubicBezTo>
                    <a:pt x="157" y="698"/>
                    <a:pt x="0" y="542"/>
                    <a:pt x="0" y="349"/>
                  </a:cubicBezTo>
                  <a:cubicBezTo>
                    <a:pt x="0" y="156"/>
                    <a:pt x="157" y="0"/>
                    <a:pt x="350" y="0"/>
                  </a:cubicBezTo>
                  <a:cubicBezTo>
                    <a:pt x="542" y="0"/>
                    <a:pt x="699" y="156"/>
                    <a:pt x="699" y="349"/>
                  </a:cubicBezTo>
                  <a:cubicBezTo>
                    <a:pt x="699" y="542"/>
                    <a:pt x="542" y="698"/>
                    <a:pt x="350" y="698"/>
                  </a:cubicBezTo>
                  <a:close/>
                  <a:moveTo>
                    <a:pt x="350" y="40"/>
                  </a:moveTo>
                  <a:cubicBezTo>
                    <a:pt x="179" y="40"/>
                    <a:pt x="40" y="179"/>
                    <a:pt x="40" y="349"/>
                  </a:cubicBezTo>
                  <a:cubicBezTo>
                    <a:pt x="40" y="519"/>
                    <a:pt x="179" y="658"/>
                    <a:pt x="350" y="658"/>
                  </a:cubicBezTo>
                  <a:cubicBezTo>
                    <a:pt x="520" y="658"/>
                    <a:pt x="659" y="519"/>
                    <a:pt x="659" y="349"/>
                  </a:cubicBezTo>
                  <a:cubicBezTo>
                    <a:pt x="659" y="179"/>
                    <a:pt x="520" y="40"/>
                    <a:pt x="350" y="40"/>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p>
          </p:txBody>
        </p:sp>
        <p:sp>
          <p:nvSpPr>
            <p:cNvPr id="11" name="Freeform 15"/>
            <p:cNvSpPr/>
            <p:nvPr/>
          </p:nvSpPr>
          <p:spPr bwMode="auto">
            <a:xfrm>
              <a:off x="3759" y="2204"/>
              <a:ext cx="233" cy="162"/>
            </a:xfrm>
            <a:custGeom>
              <a:avLst/>
              <a:gdLst>
                <a:gd name="T0" fmla="*/ 138 w 387"/>
                <a:gd name="T1" fmla="*/ 269 h 269"/>
                <a:gd name="T2" fmla="*/ 123 w 387"/>
                <a:gd name="T3" fmla="*/ 263 h 269"/>
                <a:gd name="T4" fmla="*/ 7 w 387"/>
                <a:gd name="T5" fmla="*/ 147 h 269"/>
                <a:gd name="T6" fmla="*/ 7 w 387"/>
                <a:gd name="T7" fmla="*/ 119 h 269"/>
                <a:gd name="T8" fmla="*/ 7 w 387"/>
                <a:gd name="T9" fmla="*/ 119 h 269"/>
                <a:gd name="T10" fmla="*/ 36 w 387"/>
                <a:gd name="T11" fmla="*/ 119 h 269"/>
                <a:gd name="T12" fmla="*/ 36 w 387"/>
                <a:gd name="T13" fmla="*/ 119 h 269"/>
                <a:gd name="T14" fmla="*/ 138 w 387"/>
                <a:gd name="T15" fmla="*/ 221 h 269"/>
                <a:gd name="T16" fmla="*/ 350 w 387"/>
                <a:gd name="T17" fmla="*/ 8 h 269"/>
                <a:gd name="T18" fmla="*/ 379 w 387"/>
                <a:gd name="T19" fmla="*/ 8 h 269"/>
                <a:gd name="T20" fmla="*/ 379 w 387"/>
                <a:gd name="T21" fmla="*/ 8 h 269"/>
                <a:gd name="T22" fmla="*/ 379 w 387"/>
                <a:gd name="T23" fmla="*/ 36 h 269"/>
                <a:gd name="T24" fmla="*/ 379 w 387"/>
                <a:gd name="T25" fmla="*/ 36 h 269"/>
                <a:gd name="T26" fmla="*/ 152 w 387"/>
                <a:gd name="T27" fmla="*/ 263 h 269"/>
                <a:gd name="T28" fmla="*/ 138 w 387"/>
                <a:gd name="T29" fmla="*/ 269 h 2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87" h="269">
                  <a:moveTo>
                    <a:pt x="138" y="269"/>
                  </a:moveTo>
                  <a:cubicBezTo>
                    <a:pt x="132" y="269"/>
                    <a:pt x="127" y="267"/>
                    <a:pt x="123" y="263"/>
                  </a:cubicBezTo>
                  <a:cubicBezTo>
                    <a:pt x="7" y="147"/>
                    <a:pt x="7" y="147"/>
                    <a:pt x="7" y="147"/>
                  </a:cubicBezTo>
                  <a:cubicBezTo>
                    <a:pt x="0" y="139"/>
                    <a:pt x="0" y="127"/>
                    <a:pt x="7" y="119"/>
                  </a:cubicBezTo>
                  <a:cubicBezTo>
                    <a:pt x="7" y="119"/>
                    <a:pt x="7" y="119"/>
                    <a:pt x="7" y="119"/>
                  </a:cubicBezTo>
                  <a:cubicBezTo>
                    <a:pt x="15" y="111"/>
                    <a:pt x="28" y="111"/>
                    <a:pt x="36" y="119"/>
                  </a:cubicBezTo>
                  <a:cubicBezTo>
                    <a:pt x="36" y="119"/>
                    <a:pt x="36" y="119"/>
                    <a:pt x="36" y="119"/>
                  </a:cubicBezTo>
                  <a:cubicBezTo>
                    <a:pt x="138" y="221"/>
                    <a:pt x="138" y="221"/>
                    <a:pt x="138" y="221"/>
                  </a:cubicBezTo>
                  <a:cubicBezTo>
                    <a:pt x="350" y="8"/>
                    <a:pt x="350" y="8"/>
                    <a:pt x="350" y="8"/>
                  </a:cubicBezTo>
                  <a:cubicBezTo>
                    <a:pt x="358" y="0"/>
                    <a:pt x="371" y="0"/>
                    <a:pt x="379" y="8"/>
                  </a:cubicBezTo>
                  <a:cubicBezTo>
                    <a:pt x="379" y="8"/>
                    <a:pt x="379" y="8"/>
                    <a:pt x="379" y="8"/>
                  </a:cubicBezTo>
                  <a:cubicBezTo>
                    <a:pt x="387" y="16"/>
                    <a:pt x="387" y="28"/>
                    <a:pt x="379" y="36"/>
                  </a:cubicBezTo>
                  <a:cubicBezTo>
                    <a:pt x="379" y="36"/>
                    <a:pt x="379" y="36"/>
                    <a:pt x="379" y="36"/>
                  </a:cubicBezTo>
                  <a:cubicBezTo>
                    <a:pt x="152" y="263"/>
                    <a:pt x="152" y="263"/>
                    <a:pt x="152" y="263"/>
                  </a:cubicBezTo>
                  <a:cubicBezTo>
                    <a:pt x="148" y="267"/>
                    <a:pt x="143" y="269"/>
                    <a:pt x="138" y="269"/>
                  </a:cubicBezTo>
                  <a:close/>
                </a:path>
              </a:pathLst>
            </a:custGeom>
            <a:grpFill/>
            <a:ln>
              <a:noFill/>
            </a:ln>
            <a:extLst>
              <a:ext uri="{91240B29-F687-4F45-9708-019B960494DF}">
                <a14:hiddenLine xmlns:a14="http://schemas.microsoft.com/office/drawing/2010/main" w="9525">
                  <a:solidFill>
                    <a:srgbClr val="000000"/>
                  </a:solidFill>
                  <a:round/>
                </a14:hiddenLine>
              </a:ext>
            </a:extLst>
          </p:spPr>
          <p:txBody>
            <a:bodyPr vert="horz" wrap="square" lIns="121920" tIns="60960" rIns="121920" bIns="60960" numCol="1" anchor="t" anchorCtr="0" compatLnSpc="1"/>
            <a:lstStyle/>
            <a:p>
              <a:endParaRPr lang="zh-CN" altLang="en-US" sz="2400"/>
            </a:p>
          </p:txBody>
        </p:sp>
      </p:grpSp>
      <p:grpSp>
        <p:nvGrpSpPr>
          <p:cNvPr id="13" name="组合 12"/>
          <p:cNvGrpSpPr/>
          <p:nvPr/>
        </p:nvGrpSpPr>
        <p:grpSpPr>
          <a:xfrm>
            <a:off x="1856805" y="2215665"/>
            <a:ext cx="1487548" cy="1487548"/>
            <a:chOff x="2473104" y="2145028"/>
            <a:chExt cx="359165" cy="359165"/>
          </a:xfrm>
          <a:solidFill>
            <a:sysClr val="window" lastClr="FFFFFF"/>
          </a:solidFill>
        </p:grpSpPr>
        <p:sp>
          <p:nvSpPr>
            <p:cNvPr id="14" name="AutoShape 126"/>
            <p:cNvSpPr/>
            <p:nvPr/>
          </p:nvSpPr>
          <p:spPr bwMode="auto">
            <a:xfrm>
              <a:off x="2473104" y="2145028"/>
              <a:ext cx="359165" cy="35916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3499" y="14850"/>
                  </a:moveTo>
                  <a:cubicBezTo>
                    <a:pt x="9772" y="14850"/>
                    <a:pt x="6749" y="11827"/>
                    <a:pt x="6749" y="8100"/>
                  </a:cubicBezTo>
                  <a:cubicBezTo>
                    <a:pt x="6749" y="4372"/>
                    <a:pt x="9772" y="1350"/>
                    <a:pt x="13499" y="1350"/>
                  </a:cubicBezTo>
                  <a:cubicBezTo>
                    <a:pt x="17227" y="1350"/>
                    <a:pt x="20249" y="4372"/>
                    <a:pt x="20249" y="8100"/>
                  </a:cubicBezTo>
                  <a:cubicBezTo>
                    <a:pt x="20249" y="11827"/>
                    <a:pt x="17227" y="14850"/>
                    <a:pt x="13499" y="14850"/>
                  </a:cubicBezTo>
                  <a:moveTo>
                    <a:pt x="3236" y="20042"/>
                  </a:moveTo>
                  <a:cubicBezTo>
                    <a:pt x="3019" y="20266"/>
                    <a:pt x="2718" y="20408"/>
                    <a:pt x="2382" y="20408"/>
                  </a:cubicBezTo>
                  <a:cubicBezTo>
                    <a:pt x="1724" y="20408"/>
                    <a:pt x="1191" y="19875"/>
                    <a:pt x="1191" y="19218"/>
                  </a:cubicBezTo>
                  <a:cubicBezTo>
                    <a:pt x="1191" y="18881"/>
                    <a:pt x="1332" y="18580"/>
                    <a:pt x="1557" y="18363"/>
                  </a:cubicBezTo>
                  <a:lnTo>
                    <a:pt x="1551" y="18358"/>
                  </a:lnTo>
                  <a:lnTo>
                    <a:pt x="6996" y="12913"/>
                  </a:lnTo>
                  <a:cubicBezTo>
                    <a:pt x="7472" y="13555"/>
                    <a:pt x="8039" y="14122"/>
                    <a:pt x="8680" y="14599"/>
                  </a:cubicBezTo>
                  <a:cubicBezTo>
                    <a:pt x="8680" y="14599"/>
                    <a:pt x="3236" y="20042"/>
                    <a:pt x="3236" y="20042"/>
                  </a:cubicBezTo>
                  <a:close/>
                  <a:moveTo>
                    <a:pt x="13499" y="0"/>
                  </a:moveTo>
                  <a:cubicBezTo>
                    <a:pt x="9026" y="0"/>
                    <a:pt x="5399" y="3626"/>
                    <a:pt x="5399" y="8100"/>
                  </a:cubicBezTo>
                  <a:cubicBezTo>
                    <a:pt x="5399" y="9467"/>
                    <a:pt x="5742" y="10754"/>
                    <a:pt x="6341" y="11884"/>
                  </a:cubicBezTo>
                  <a:lnTo>
                    <a:pt x="709" y="17515"/>
                  </a:lnTo>
                  <a:lnTo>
                    <a:pt x="713" y="17520"/>
                  </a:lnTo>
                  <a:cubicBezTo>
                    <a:pt x="274" y="17953"/>
                    <a:pt x="0" y="18552"/>
                    <a:pt x="0" y="19218"/>
                  </a:cubicBezTo>
                  <a:cubicBezTo>
                    <a:pt x="0" y="20533"/>
                    <a:pt x="1066" y="21599"/>
                    <a:pt x="2382" y="21599"/>
                  </a:cubicBezTo>
                  <a:cubicBezTo>
                    <a:pt x="3047" y="21599"/>
                    <a:pt x="3647" y="21326"/>
                    <a:pt x="4079" y="20885"/>
                  </a:cubicBezTo>
                  <a:lnTo>
                    <a:pt x="4078" y="20884"/>
                  </a:lnTo>
                  <a:lnTo>
                    <a:pt x="9708" y="15255"/>
                  </a:lnTo>
                  <a:cubicBezTo>
                    <a:pt x="10839" y="15856"/>
                    <a:pt x="12128" y="16200"/>
                    <a:pt x="13499" y="16200"/>
                  </a:cubicBezTo>
                  <a:cubicBezTo>
                    <a:pt x="17973" y="16200"/>
                    <a:pt x="21600" y="12573"/>
                    <a:pt x="21600" y="8100"/>
                  </a:cubicBezTo>
                  <a:cubicBezTo>
                    <a:pt x="21600" y="3626"/>
                    <a:pt x="17973" y="0"/>
                    <a:pt x="13499" y="0"/>
                  </a:cubicBezTo>
                </a:path>
              </a:pathLst>
            </a:custGeom>
            <a:grpFill/>
            <a:ln>
              <a:noFill/>
            </a:ln>
            <a:effectLst/>
          </p:spPr>
          <p:txBody>
            <a:bodyPr lIns="25400" tIns="25400" rIns="25400" bIns="25400" anchor="ctr"/>
            <a:lstStyle/>
            <a:p>
              <a:pPr algn="ctr" defTabSz="304800" fontAlgn="base" hangingPunct="0">
                <a:spcBef>
                  <a:spcPct val="0"/>
                </a:spcBef>
                <a:spcAft>
                  <a:spcPct val="0"/>
                </a:spcAft>
                <a:defRPr/>
              </a:pPr>
              <a:endParaRPr lang="en-US" sz="2000" kern="0">
                <a:solidFill>
                  <a:srgbClr val="FFFFFF"/>
                </a:solidFill>
                <a:effectLst>
                  <a:outerShdw blurRad="38100" dist="38100" dir="2700000" algn="tl">
                    <a:srgbClr val="000000"/>
                  </a:outerShdw>
                </a:effectLst>
                <a:latin typeface="Gill Sans" panose="020B0502020104020203" charset="0"/>
                <a:ea typeface="宋体"/>
                <a:sym typeface="Gill Sans" panose="020B0502020104020203" charset="0"/>
              </a:endParaRPr>
            </a:p>
          </p:txBody>
        </p:sp>
        <p:sp>
          <p:nvSpPr>
            <p:cNvPr id="15" name="AutoShape 127"/>
            <p:cNvSpPr/>
            <p:nvPr/>
          </p:nvSpPr>
          <p:spPr bwMode="auto">
            <a:xfrm>
              <a:off x="2618611" y="2200897"/>
              <a:ext cx="84727" cy="84112"/>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0160" y="0"/>
                  </a:moveTo>
                  <a:cubicBezTo>
                    <a:pt x="9025" y="0"/>
                    <a:pt x="0" y="9025"/>
                    <a:pt x="0" y="20160"/>
                  </a:cubicBezTo>
                  <a:cubicBezTo>
                    <a:pt x="0" y="20954"/>
                    <a:pt x="644" y="21600"/>
                    <a:pt x="1440" y="21600"/>
                  </a:cubicBezTo>
                  <a:cubicBezTo>
                    <a:pt x="2235" y="21600"/>
                    <a:pt x="2880" y="20954"/>
                    <a:pt x="2880" y="20160"/>
                  </a:cubicBezTo>
                  <a:cubicBezTo>
                    <a:pt x="2880" y="10618"/>
                    <a:pt x="10617" y="2880"/>
                    <a:pt x="20160" y="2880"/>
                  </a:cubicBezTo>
                  <a:cubicBezTo>
                    <a:pt x="20955" y="2880"/>
                    <a:pt x="21599" y="2234"/>
                    <a:pt x="21599" y="1440"/>
                  </a:cubicBezTo>
                  <a:cubicBezTo>
                    <a:pt x="21599" y="645"/>
                    <a:pt x="20955" y="0"/>
                    <a:pt x="20160" y="0"/>
                  </a:cubicBezTo>
                </a:path>
              </a:pathLst>
            </a:custGeom>
            <a:grpFill/>
            <a:ln>
              <a:noFill/>
            </a:ln>
            <a:effectLst/>
          </p:spPr>
          <p:txBody>
            <a:bodyPr lIns="25400" tIns="25400" rIns="25400" bIns="25400" anchor="ctr"/>
            <a:lstStyle/>
            <a:p>
              <a:pPr algn="ctr" defTabSz="304800" fontAlgn="base" hangingPunct="0">
                <a:spcBef>
                  <a:spcPct val="0"/>
                </a:spcBef>
                <a:spcAft>
                  <a:spcPct val="0"/>
                </a:spcAft>
                <a:defRPr/>
              </a:pPr>
              <a:endParaRPr lang="en-US" sz="2000" kern="0">
                <a:solidFill>
                  <a:srgbClr val="FFFFFF"/>
                </a:solidFill>
                <a:effectLst>
                  <a:outerShdw blurRad="38100" dist="38100" dir="2700000" algn="tl">
                    <a:srgbClr val="000000"/>
                  </a:outerShdw>
                </a:effectLst>
                <a:latin typeface="Gill Sans" panose="020B0502020104020203" charset="0"/>
                <a:ea typeface="宋体"/>
                <a:sym typeface="Gill Sans" panose="020B0502020104020203" charset="0"/>
              </a:endParaRPr>
            </a:p>
          </p:txBody>
        </p:sp>
      </p:grpSp>
      <p:sp>
        <p:nvSpPr>
          <p:cNvPr id="2" name="文本框 1"/>
          <p:cNvSpPr txBox="1"/>
          <p:nvPr/>
        </p:nvSpPr>
        <p:spPr>
          <a:xfrm>
            <a:off x="4757420" y="2643505"/>
            <a:ext cx="5262880" cy="460375"/>
          </a:xfrm>
          <a:prstGeom prst="rect">
            <a:avLst/>
          </a:prstGeom>
          <a:noFill/>
        </p:spPr>
        <p:txBody>
          <a:bodyPr wrap="square" rtlCol="0">
            <a:spAutoFit/>
          </a:bodyPr>
          <a:lstStyle/>
          <a:p>
            <a:r>
              <a:rPr kumimoji="1" lang="en-US" altLang="zh-CN" sz="2400">
                <a:solidFill>
                  <a:schemeClr val="accent1"/>
                </a:solidFill>
                <a:effectLst>
                  <a:outerShdw blurRad="38100" dist="25400" dir="5400000" algn="ctr" rotWithShape="0">
                    <a:srgbClr val="6E747A">
                      <a:alpha val="43000"/>
                      <a:alpha val="43000"/>
                    </a:srgbClr>
                  </a:outerShdw>
                </a:effectLst>
                <a:latin typeface="Source Han Sans CN Bold" panose="020B0800000000000000" charset="-122"/>
                <a:ea typeface="Source Han Sans CN Bold" panose="020B0800000000000000" charset="-122"/>
                <a:cs typeface="Source Han Sans CN Bold" panose="020B0800000000000000" charset="-122"/>
                <a:sym typeface="+mn-ea"/>
              </a:rPr>
              <a:t>Inference and Predictions </a:t>
            </a:r>
          </a:p>
        </p:txBody>
      </p:sp>
      <p:sp>
        <p:nvSpPr>
          <p:cNvPr id="8" name="文本框 7"/>
          <p:cNvSpPr txBox="1"/>
          <p:nvPr/>
        </p:nvSpPr>
        <p:spPr>
          <a:xfrm>
            <a:off x="4751070" y="3164205"/>
            <a:ext cx="5262880" cy="460375"/>
          </a:xfrm>
          <a:prstGeom prst="rect">
            <a:avLst/>
          </a:prstGeom>
          <a:noFill/>
        </p:spPr>
        <p:txBody>
          <a:bodyPr wrap="square" rtlCol="0">
            <a:spAutoFit/>
          </a:bodyPr>
          <a:lstStyle/>
          <a:p>
            <a:r>
              <a:rPr kumimoji="1" lang="en-US" altLang="zh-CN" sz="2400">
                <a:solidFill>
                  <a:schemeClr val="accent1"/>
                </a:solidFill>
                <a:effectLst>
                  <a:outerShdw blurRad="38100" dist="25400" dir="5400000" algn="ctr" rotWithShape="0">
                    <a:srgbClr val="6E747A">
                      <a:alpha val="43000"/>
                      <a:alpha val="43000"/>
                    </a:srgbClr>
                  </a:outerShdw>
                </a:effectLst>
                <a:latin typeface="Source Han Sans CN Bold" panose="020B0800000000000000" charset="-122"/>
                <a:ea typeface="Source Han Sans CN Bold" panose="020B0800000000000000" charset="-122"/>
                <a:cs typeface="Source Han Sans CN Bold" panose="020B0800000000000000" charset="-122"/>
                <a:sym typeface="+mn-ea"/>
              </a:rPr>
              <a:t>Submit Results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txBox="1"/>
          <p:nvPr/>
        </p:nvSpPr>
        <p:spPr>
          <a:xfrm>
            <a:off x="0" y="0"/>
            <a:ext cx="12192000" cy="6858000"/>
          </a:xfrm>
          <a:prstGeom prst="rect">
            <a:avLst/>
          </a:prstGeom>
          <a:gradFill>
            <a:gsLst>
              <a:gs pos="0">
                <a:schemeClr val="accent1">
                  <a:lumMod val="20000"/>
                  <a:lumOff val="80000"/>
                </a:schemeClr>
              </a:gs>
              <a:gs pos="100000">
                <a:schemeClr val="bg1"/>
              </a:gs>
            </a:gsLst>
            <a:lin ang="13500000" scaled="0"/>
          </a:gra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3" name="标题 1"/>
          <p:cNvSpPr txBox="1"/>
          <p:nvPr/>
        </p:nvSpPr>
        <p:spPr>
          <a:xfrm>
            <a:off x="5537504" y="2890866"/>
            <a:ext cx="5981395" cy="662048"/>
          </a:xfrm>
          <a:prstGeom prst="rect">
            <a:avLst/>
          </a:prstGeom>
          <a:noFill/>
          <a:ln>
            <a:noFill/>
          </a:ln>
        </p:spPr>
        <p:txBody>
          <a:bodyPr vert="horz" wrap="square" lIns="0" tIns="0" rIns="0" bIns="0" rtlCol="0" anchor="b"/>
          <a:lstStyle/>
          <a:p>
            <a:pPr algn="l">
              <a:lnSpc>
                <a:spcPct val="130000"/>
              </a:lnSpc>
            </a:pPr>
            <a:r>
              <a:rPr kumimoji="1" lang="en-US" altLang="zh-CN" sz="1600">
                <a:ln w="12700">
                  <a:noFill/>
                </a:ln>
                <a:solidFill>
                  <a:srgbClr val="262626">
                    <a:alpha val="100000"/>
                  </a:srgbClr>
                </a:solidFill>
                <a:latin typeface="Source Han Sans CN Bold" panose="020B0800000000000000" charset="-122"/>
                <a:ea typeface="Source Han Sans CN Bold" panose="020B0800000000000000" charset="-122"/>
                <a:cs typeface="Source Han Sans CN Bold" panose="020B0800000000000000" charset="-122"/>
                <a:sym typeface="+mn-ea"/>
              </a:rPr>
              <a:t>Model Inference</a:t>
            </a:r>
            <a:endParaRPr kumimoji="1" lang="zh-CN" altLang="en-US"/>
          </a:p>
        </p:txBody>
      </p:sp>
      <p:sp>
        <p:nvSpPr>
          <p:cNvPr id="4" name="标题 1"/>
          <p:cNvSpPr txBox="1"/>
          <p:nvPr/>
        </p:nvSpPr>
        <p:spPr>
          <a:xfrm>
            <a:off x="5537504" y="3533863"/>
            <a:ext cx="5981395" cy="1042120"/>
          </a:xfrm>
          <a:prstGeom prst="rect">
            <a:avLst/>
          </a:prstGeom>
          <a:noFill/>
          <a:ln>
            <a:noFill/>
          </a:ln>
        </p:spPr>
        <p:txBody>
          <a:bodyPr vert="horz" wrap="square" lIns="0" tIns="0" rIns="0" bIns="0" rtlCol="0" anchor="t"/>
          <a:lstStyle/>
          <a:p>
            <a:pPr algn="l">
              <a:lnSpc>
                <a:spcPct val="150000"/>
              </a:lnSpc>
            </a:pPr>
            <a:r>
              <a:rPr kumimoji="1" lang="en-US" altLang="zh-CN" sz="905">
                <a:ln w="12700">
                  <a:noFill/>
                </a:ln>
                <a:solidFill>
                  <a:srgbClr val="262626">
                    <a:alpha val="100000"/>
                  </a:srgbClr>
                </a:solidFill>
                <a:latin typeface="Source Han Sans"/>
                <a:ea typeface="Source Han Sans"/>
                <a:cs typeface="Source Han Sans"/>
                <a:sym typeface="+mn-ea"/>
              </a:rPr>
              <a:t>The three trained tree models are used to make predictions on the test set, and the predictions are averaged using an ensemble method. This averaging reduces variance and improves the robustness and accuracy of the final prediction.</a:t>
            </a:r>
            <a:endParaRPr kumimoji="1" lang="zh-CN" altLang="en-US"/>
          </a:p>
        </p:txBody>
      </p:sp>
      <p:sp>
        <p:nvSpPr>
          <p:cNvPr id="5" name="标题 1"/>
          <p:cNvSpPr txBox="1"/>
          <p:nvPr/>
        </p:nvSpPr>
        <p:spPr>
          <a:xfrm>
            <a:off x="5194306" y="3357083"/>
            <a:ext cx="134408" cy="134683"/>
          </a:xfrm>
          <a:prstGeom prst="ellipse">
            <a:avLst/>
          </a:prstGeom>
          <a:solidFill>
            <a:schemeClr val="accent1"/>
          </a:solidFill>
          <a:ln cap="sq">
            <a:noFill/>
          </a:ln>
        </p:spPr>
        <p:txBody>
          <a:bodyPr vert="horz" wrap="square" lIns="91440" tIns="45720" rIns="91440" bIns="45720" rtlCol="0" anchor="t"/>
          <a:lstStyle/>
          <a:p>
            <a:pPr algn="l">
              <a:lnSpc>
                <a:spcPct val="110000"/>
              </a:lnSpc>
            </a:pPr>
            <a:endParaRPr kumimoji="1" lang="zh-CN" altLang="en-US"/>
          </a:p>
        </p:txBody>
      </p:sp>
      <p:sp>
        <p:nvSpPr>
          <p:cNvPr id="6" name="标题 1"/>
          <p:cNvSpPr txBox="1"/>
          <p:nvPr/>
        </p:nvSpPr>
        <p:spPr>
          <a:xfrm>
            <a:off x="5122686" y="3286015"/>
            <a:ext cx="277647" cy="276819"/>
          </a:xfrm>
          <a:custGeom>
            <a:avLst/>
            <a:gdLst>
              <a:gd name="T0" fmla="*/ 212 w 423"/>
              <a:gd name="T1" fmla="*/ 0 h 424"/>
              <a:gd name="T2" fmla="*/ 0 w 423"/>
              <a:gd name="T3" fmla="*/ 212 h 424"/>
              <a:gd name="T4" fmla="*/ 212 w 423"/>
              <a:gd name="T5" fmla="*/ 424 h 424"/>
              <a:gd name="T6" fmla="*/ 423 w 423"/>
              <a:gd name="T7" fmla="*/ 212 h 424"/>
              <a:gd name="T8" fmla="*/ 212 w 423"/>
              <a:gd name="T9" fmla="*/ 0 h 424"/>
              <a:gd name="T10" fmla="*/ 212 w 423"/>
              <a:gd name="T11" fmla="*/ 386 h 424"/>
              <a:gd name="T12" fmla="*/ 38 w 423"/>
              <a:gd name="T13" fmla="*/ 212 h 424"/>
              <a:gd name="T14" fmla="*/ 212 w 423"/>
              <a:gd name="T15" fmla="*/ 38 h 424"/>
              <a:gd name="T16" fmla="*/ 386 w 423"/>
              <a:gd name="T17" fmla="*/ 212 h 424"/>
              <a:gd name="T18" fmla="*/ 212 w 423"/>
              <a:gd name="T19" fmla="*/ 386 h 424"/>
            </a:gdLst>
            <a:ahLst/>
            <a:cxnLst/>
            <a:rect l="0" t="0" r="r" b="b"/>
            <a:pathLst>
              <a:path w="423" h="424">
                <a:moveTo>
                  <a:pt x="212" y="0"/>
                </a:moveTo>
                <a:cubicBezTo>
                  <a:pt x="95" y="0"/>
                  <a:pt x="0" y="95"/>
                  <a:pt x="0" y="212"/>
                </a:cubicBezTo>
                <a:cubicBezTo>
                  <a:pt x="0" y="329"/>
                  <a:pt x="95" y="424"/>
                  <a:pt x="212" y="424"/>
                </a:cubicBezTo>
                <a:cubicBezTo>
                  <a:pt x="329" y="424"/>
                  <a:pt x="423" y="329"/>
                  <a:pt x="423" y="212"/>
                </a:cubicBezTo>
                <a:cubicBezTo>
                  <a:pt x="423" y="95"/>
                  <a:pt x="329" y="0"/>
                  <a:pt x="212" y="0"/>
                </a:cubicBezTo>
                <a:close/>
                <a:moveTo>
                  <a:pt x="212" y="386"/>
                </a:moveTo>
                <a:cubicBezTo>
                  <a:pt x="116" y="386"/>
                  <a:pt x="38" y="308"/>
                  <a:pt x="38" y="212"/>
                </a:cubicBezTo>
                <a:cubicBezTo>
                  <a:pt x="38" y="116"/>
                  <a:pt x="116" y="38"/>
                  <a:pt x="212" y="38"/>
                </a:cubicBezTo>
                <a:cubicBezTo>
                  <a:pt x="308" y="38"/>
                  <a:pt x="386" y="116"/>
                  <a:pt x="386" y="212"/>
                </a:cubicBezTo>
                <a:cubicBezTo>
                  <a:pt x="386" y="308"/>
                  <a:pt x="308" y="386"/>
                  <a:pt x="212" y="386"/>
                </a:cubicBezTo>
                <a:close/>
              </a:path>
            </a:pathLst>
          </a:custGeom>
          <a:solidFill>
            <a:schemeClr val="accent1"/>
          </a:solidFill>
          <a:ln cap="sq">
            <a:noFill/>
            <a:prstDash val="solid"/>
          </a:ln>
        </p:spPr>
        <p:txBody>
          <a:bodyPr vert="horz" wrap="square" lIns="91440" tIns="45720" rIns="91440" bIns="45720" rtlCol="0" anchor="t"/>
          <a:lstStyle/>
          <a:p>
            <a:pPr algn="l">
              <a:lnSpc>
                <a:spcPct val="110000"/>
              </a:lnSpc>
            </a:pPr>
            <a:endParaRPr kumimoji="1" lang="zh-CN" altLang="en-US"/>
          </a:p>
        </p:txBody>
      </p:sp>
      <p:sp>
        <p:nvSpPr>
          <p:cNvPr id="7" name="标题 1"/>
          <p:cNvSpPr txBox="1"/>
          <p:nvPr/>
        </p:nvSpPr>
        <p:spPr>
          <a:xfrm>
            <a:off x="5537504" y="1231150"/>
            <a:ext cx="5981395" cy="662048"/>
          </a:xfrm>
          <a:prstGeom prst="rect">
            <a:avLst/>
          </a:prstGeom>
          <a:noFill/>
          <a:ln>
            <a:noFill/>
          </a:ln>
        </p:spPr>
        <p:txBody>
          <a:bodyPr vert="horz" wrap="square" lIns="0" tIns="0" rIns="0" bIns="0" rtlCol="0" anchor="b"/>
          <a:lstStyle/>
          <a:p>
            <a:pPr algn="l">
              <a:lnSpc>
                <a:spcPct val="130000"/>
              </a:lnSpc>
            </a:pPr>
            <a:r>
              <a:rPr kumimoji="1" lang="en-US" altLang="zh-CN" sz="1600">
                <a:ln w="12700">
                  <a:noFill/>
                </a:ln>
                <a:solidFill>
                  <a:srgbClr val="262626">
                    <a:alpha val="100000"/>
                  </a:srgbClr>
                </a:solidFill>
                <a:latin typeface="Source Han Sans CN Bold" panose="020B0800000000000000" charset="-122"/>
                <a:ea typeface="Source Han Sans CN Bold" panose="020B0800000000000000" charset="-122"/>
                <a:cs typeface="Source Han Sans CN Bold" panose="020B0800000000000000" charset="-122"/>
              </a:rPr>
              <a:t>Test Set Generation</a:t>
            </a:r>
            <a:endParaRPr kumimoji="1" lang="zh-CN" altLang="en-US"/>
          </a:p>
        </p:txBody>
      </p:sp>
      <p:sp>
        <p:nvSpPr>
          <p:cNvPr id="8" name="标题 1"/>
          <p:cNvSpPr txBox="1"/>
          <p:nvPr/>
        </p:nvSpPr>
        <p:spPr>
          <a:xfrm>
            <a:off x="5537504" y="1874146"/>
            <a:ext cx="5981395" cy="1042120"/>
          </a:xfrm>
          <a:prstGeom prst="rect">
            <a:avLst/>
          </a:prstGeom>
          <a:noFill/>
          <a:ln>
            <a:noFill/>
          </a:ln>
        </p:spPr>
        <p:txBody>
          <a:bodyPr vert="horz" wrap="square" lIns="0" tIns="0" rIns="0" bIns="0" rtlCol="0" anchor="t"/>
          <a:lstStyle/>
          <a:p>
            <a:pPr algn="l">
              <a:lnSpc>
                <a:spcPct val="150000"/>
              </a:lnSpc>
            </a:pPr>
            <a:r>
              <a:rPr kumimoji="1" lang="en-US" altLang="zh-CN" sz="905">
                <a:ln w="12700">
                  <a:noFill/>
                </a:ln>
                <a:solidFill>
                  <a:srgbClr val="262626">
                    <a:alpha val="100000"/>
                  </a:srgbClr>
                </a:solidFill>
                <a:latin typeface="Source Han Sans"/>
                <a:ea typeface="Source Han Sans"/>
                <a:cs typeface="Source Han Sans"/>
              </a:rPr>
              <a:t>The test set is generated using the same feature generation techniques as the training set to ensure consistency in features and data structure. This consistency allows the model to make reliable predictions on unseen data.
</a:t>
            </a:r>
            <a:endParaRPr kumimoji="1" lang="zh-CN" altLang="en-US"/>
          </a:p>
        </p:txBody>
      </p:sp>
      <p:sp>
        <p:nvSpPr>
          <p:cNvPr id="9" name="标题 1"/>
          <p:cNvSpPr txBox="1"/>
          <p:nvPr/>
        </p:nvSpPr>
        <p:spPr>
          <a:xfrm>
            <a:off x="5194306" y="1697367"/>
            <a:ext cx="134408" cy="134683"/>
          </a:xfrm>
          <a:prstGeom prst="ellipse">
            <a:avLst/>
          </a:prstGeom>
          <a:solidFill>
            <a:schemeClr val="accent1">
              <a:lumMod val="40000"/>
              <a:lumOff val="60000"/>
            </a:schemeClr>
          </a:solidFill>
          <a:ln cap="sq">
            <a:noFill/>
          </a:ln>
        </p:spPr>
        <p:txBody>
          <a:bodyPr vert="horz" wrap="square" lIns="91440" tIns="45720" rIns="91440" bIns="45720" rtlCol="0" anchor="t"/>
          <a:lstStyle/>
          <a:p>
            <a:pPr algn="l">
              <a:lnSpc>
                <a:spcPct val="110000"/>
              </a:lnSpc>
            </a:pPr>
            <a:endParaRPr kumimoji="1" lang="zh-CN" altLang="en-US"/>
          </a:p>
        </p:txBody>
      </p:sp>
      <p:sp>
        <p:nvSpPr>
          <p:cNvPr id="10" name="标题 1"/>
          <p:cNvSpPr txBox="1"/>
          <p:nvPr/>
        </p:nvSpPr>
        <p:spPr>
          <a:xfrm>
            <a:off x="5122686" y="1626299"/>
            <a:ext cx="277647" cy="276819"/>
          </a:xfrm>
          <a:custGeom>
            <a:avLst/>
            <a:gdLst>
              <a:gd name="T0" fmla="*/ 212 w 423"/>
              <a:gd name="T1" fmla="*/ 0 h 424"/>
              <a:gd name="T2" fmla="*/ 0 w 423"/>
              <a:gd name="T3" fmla="*/ 212 h 424"/>
              <a:gd name="T4" fmla="*/ 212 w 423"/>
              <a:gd name="T5" fmla="*/ 424 h 424"/>
              <a:gd name="T6" fmla="*/ 423 w 423"/>
              <a:gd name="T7" fmla="*/ 212 h 424"/>
              <a:gd name="T8" fmla="*/ 212 w 423"/>
              <a:gd name="T9" fmla="*/ 0 h 424"/>
              <a:gd name="T10" fmla="*/ 212 w 423"/>
              <a:gd name="T11" fmla="*/ 386 h 424"/>
              <a:gd name="T12" fmla="*/ 38 w 423"/>
              <a:gd name="T13" fmla="*/ 212 h 424"/>
              <a:gd name="T14" fmla="*/ 212 w 423"/>
              <a:gd name="T15" fmla="*/ 38 h 424"/>
              <a:gd name="T16" fmla="*/ 386 w 423"/>
              <a:gd name="T17" fmla="*/ 212 h 424"/>
              <a:gd name="T18" fmla="*/ 212 w 423"/>
              <a:gd name="T19" fmla="*/ 386 h 424"/>
            </a:gdLst>
            <a:ahLst/>
            <a:cxnLst/>
            <a:rect l="0" t="0" r="r" b="b"/>
            <a:pathLst>
              <a:path w="423" h="424">
                <a:moveTo>
                  <a:pt x="212" y="0"/>
                </a:moveTo>
                <a:cubicBezTo>
                  <a:pt x="95" y="0"/>
                  <a:pt x="0" y="95"/>
                  <a:pt x="0" y="212"/>
                </a:cubicBezTo>
                <a:cubicBezTo>
                  <a:pt x="0" y="329"/>
                  <a:pt x="95" y="424"/>
                  <a:pt x="212" y="424"/>
                </a:cubicBezTo>
                <a:cubicBezTo>
                  <a:pt x="329" y="424"/>
                  <a:pt x="423" y="329"/>
                  <a:pt x="423" y="212"/>
                </a:cubicBezTo>
                <a:cubicBezTo>
                  <a:pt x="423" y="95"/>
                  <a:pt x="329" y="0"/>
                  <a:pt x="212" y="0"/>
                </a:cubicBezTo>
                <a:close/>
                <a:moveTo>
                  <a:pt x="212" y="386"/>
                </a:moveTo>
                <a:cubicBezTo>
                  <a:pt x="116" y="386"/>
                  <a:pt x="38" y="308"/>
                  <a:pt x="38" y="212"/>
                </a:cubicBezTo>
                <a:cubicBezTo>
                  <a:pt x="38" y="116"/>
                  <a:pt x="116" y="38"/>
                  <a:pt x="212" y="38"/>
                </a:cubicBezTo>
                <a:cubicBezTo>
                  <a:pt x="308" y="38"/>
                  <a:pt x="386" y="116"/>
                  <a:pt x="386" y="212"/>
                </a:cubicBezTo>
                <a:cubicBezTo>
                  <a:pt x="386" y="308"/>
                  <a:pt x="308" y="386"/>
                  <a:pt x="212" y="386"/>
                </a:cubicBezTo>
                <a:close/>
              </a:path>
            </a:pathLst>
          </a:custGeom>
          <a:solidFill>
            <a:schemeClr val="accent1">
              <a:lumMod val="40000"/>
              <a:lumOff val="60000"/>
            </a:schemeClr>
          </a:solidFill>
          <a:ln cap="sq">
            <a:noFill/>
            <a:prstDash val="solid"/>
          </a:ln>
        </p:spPr>
        <p:txBody>
          <a:bodyPr vert="horz" wrap="square" lIns="91440" tIns="45720" rIns="91440" bIns="45720" rtlCol="0" anchor="t"/>
          <a:lstStyle/>
          <a:p>
            <a:pPr algn="l">
              <a:lnSpc>
                <a:spcPct val="110000"/>
              </a:lnSpc>
            </a:pPr>
            <a:endParaRPr kumimoji="1" lang="zh-CN" altLang="en-US"/>
          </a:p>
        </p:txBody>
      </p:sp>
      <p:sp>
        <p:nvSpPr>
          <p:cNvPr id="11" name="标题 1"/>
          <p:cNvSpPr txBox="1"/>
          <p:nvPr/>
        </p:nvSpPr>
        <p:spPr>
          <a:xfrm>
            <a:off x="5537504" y="4550583"/>
            <a:ext cx="5981395" cy="662048"/>
          </a:xfrm>
          <a:prstGeom prst="rect">
            <a:avLst/>
          </a:prstGeom>
          <a:noFill/>
          <a:ln>
            <a:noFill/>
          </a:ln>
        </p:spPr>
        <p:txBody>
          <a:bodyPr vert="horz" wrap="square" lIns="0" tIns="0" rIns="0" bIns="0" rtlCol="0" anchor="b"/>
          <a:lstStyle/>
          <a:p>
            <a:pPr algn="l">
              <a:lnSpc>
                <a:spcPct val="130000"/>
              </a:lnSpc>
            </a:pPr>
            <a:r>
              <a:rPr kumimoji="1" lang="en-US" altLang="zh-CN" sz="1600">
                <a:ln w="12700">
                  <a:noFill/>
                </a:ln>
                <a:solidFill>
                  <a:srgbClr val="262626">
                    <a:alpha val="100000"/>
                  </a:srgbClr>
                </a:solidFill>
                <a:latin typeface="Source Han Sans CN Bold" panose="020B0800000000000000" charset="-122"/>
                <a:ea typeface="Source Han Sans CN Bold" panose="020B0800000000000000" charset="-122"/>
                <a:cs typeface="Source Han Sans CN Bold" panose="020B0800000000000000" charset="-122"/>
                <a:sym typeface="+mn-ea"/>
              </a:rPr>
              <a:t>Binary Classification and Result Interpretation</a:t>
            </a:r>
            <a:endParaRPr kumimoji="1" lang="zh-CN" altLang="en-US"/>
          </a:p>
        </p:txBody>
      </p:sp>
      <p:sp>
        <p:nvSpPr>
          <p:cNvPr id="12" name="标题 1"/>
          <p:cNvSpPr txBox="1"/>
          <p:nvPr/>
        </p:nvSpPr>
        <p:spPr>
          <a:xfrm>
            <a:off x="5537504" y="5193580"/>
            <a:ext cx="5981395" cy="1042120"/>
          </a:xfrm>
          <a:prstGeom prst="rect">
            <a:avLst/>
          </a:prstGeom>
          <a:noFill/>
          <a:ln>
            <a:noFill/>
          </a:ln>
        </p:spPr>
        <p:txBody>
          <a:bodyPr vert="horz" wrap="square" lIns="0" tIns="0" rIns="0" bIns="0" rtlCol="0" anchor="t"/>
          <a:lstStyle/>
          <a:p>
            <a:pPr algn="l">
              <a:lnSpc>
                <a:spcPct val="150000"/>
              </a:lnSpc>
            </a:pPr>
            <a:r>
              <a:rPr kumimoji="1" lang="en-US" altLang="zh-CN" sz="905">
                <a:ln w="12700">
                  <a:noFill/>
                </a:ln>
                <a:solidFill>
                  <a:srgbClr val="262626">
                    <a:alpha val="100000"/>
                  </a:srgbClr>
                </a:solidFill>
                <a:latin typeface="Source Han Sans"/>
                <a:ea typeface="Source Han Sans"/>
                <a:cs typeface="Source Han Sans"/>
                <a:sym typeface="+mn-ea"/>
              </a:rPr>
              <a:t>The optimal threshold determined during training is applied to the averaged predictions to convert continuous probabilities into discrete binary classifications. This step provides clear results indicating the presence or absence of UEs.</a:t>
            </a:r>
            <a:endParaRPr kumimoji="1" lang="zh-CN" altLang="en-US"/>
          </a:p>
        </p:txBody>
      </p:sp>
      <p:sp>
        <p:nvSpPr>
          <p:cNvPr id="13" name="标题 1"/>
          <p:cNvSpPr txBox="1"/>
          <p:nvPr/>
        </p:nvSpPr>
        <p:spPr>
          <a:xfrm>
            <a:off x="5194306" y="5016800"/>
            <a:ext cx="134408" cy="134683"/>
          </a:xfrm>
          <a:prstGeom prst="ellipse">
            <a:avLst/>
          </a:prstGeom>
          <a:solidFill>
            <a:schemeClr val="accent1">
              <a:lumMod val="40000"/>
              <a:lumOff val="60000"/>
            </a:schemeClr>
          </a:solidFill>
          <a:ln cap="sq">
            <a:noFill/>
          </a:ln>
        </p:spPr>
        <p:txBody>
          <a:bodyPr vert="horz" wrap="square" lIns="91440" tIns="45720" rIns="91440" bIns="45720" rtlCol="0" anchor="t"/>
          <a:lstStyle/>
          <a:p>
            <a:pPr algn="l">
              <a:lnSpc>
                <a:spcPct val="110000"/>
              </a:lnSpc>
            </a:pPr>
            <a:endParaRPr kumimoji="1" lang="zh-CN" altLang="en-US"/>
          </a:p>
        </p:txBody>
      </p:sp>
      <p:sp>
        <p:nvSpPr>
          <p:cNvPr id="14" name="标题 1"/>
          <p:cNvSpPr txBox="1"/>
          <p:nvPr/>
        </p:nvSpPr>
        <p:spPr>
          <a:xfrm>
            <a:off x="5122686" y="4945732"/>
            <a:ext cx="277647" cy="276819"/>
          </a:xfrm>
          <a:custGeom>
            <a:avLst/>
            <a:gdLst>
              <a:gd name="T0" fmla="*/ 212 w 423"/>
              <a:gd name="T1" fmla="*/ 0 h 424"/>
              <a:gd name="T2" fmla="*/ 0 w 423"/>
              <a:gd name="T3" fmla="*/ 212 h 424"/>
              <a:gd name="T4" fmla="*/ 212 w 423"/>
              <a:gd name="T5" fmla="*/ 424 h 424"/>
              <a:gd name="T6" fmla="*/ 423 w 423"/>
              <a:gd name="T7" fmla="*/ 212 h 424"/>
              <a:gd name="T8" fmla="*/ 212 w 423"/>
              <a:gd name="T9" fmla="*/ 0 h 424"/>
              <a:gd name="T10" fmla="*/ 212 w 423"/>
              <a:gd name="T11" fmla="*/ 386 h 424"/>
              <a:gd name="T12" fmla="*/ 38 w 423"/>
              <a:gd name="T13" fmla="*/ 212 h 424"/>
              <a:gd name="T14" fmla="*/ 212 w 423"/>
              <a:gd name="T15" fmla="*/ 38 h 424"/>
              <a:gd name="T16" fmla="*/ 386 w 423"/>
              <a:gd name="T17" fmla="*/ 212 h 424"/>
              <a:gd name="T18" fmla="*/ 212 w 423"/>
              <a:gd name="T19" fmla="*/ 386 h 424"/>
            </a:gdLst>
            <a:ahLst/>
            <a:cxnLst/>
            <a:rect l="0" t="0" r="r" b="b"/>
            <a:pathLst>
              <a:path w="423" h="424">
                <a:moveTo>
                  <a:pt x="212" y="0"/>
                </a:moveTo>
                <a:cubicBezTo>
                  <a:pt x="95" y="0"/>
                  <a:pt x="0" y="95"/>
                  <a:pt x="0" y="212"/>
                </a:cubicBezTo>
                <a:cubicBezTo>
                  <a:pt x="0" y="329"/>
                  <a:pt x="95" y="424"/>
                  <a:pt x="212" y="424"/>
                </a:cubicBezTo>
                <a:cubicBezTo>
                  <a:pt x="329" y="424"/>
                  <a:pt x="423" y="329"/>
                  <a:pt x="423" y="212"/>
                </a:cubicBezTo>
                <a:cubicBezTo>
                  <a:pt x="423" y="95"/>
                  <a:pt x="329" y="0"/>
                  <a:pt x="212" y="0"/>
                </a:cubicBezTo>
                <a:close/>
                <a:moveTo>
                  <a:pt x="212" y="386"/>
                </a:moveTo>
                <a:cubicBezTo>
                  <a:pt x="116" y="386"/>
                  <a:pt x="38" y="308"/>
                  <a:pt x="38" y="212"/>
                </a:cubicBezTo>
                <a:cubicBezTo>
                  <a:pt x="38" y="116"/>
                  <a:pt x="116" y="38"/>
                  <a:pt x="212" y="38"/>
                </a:cubicBezTo>
                <a:cubicBezTo>
                  <a:pt x="308" y="38"/>
                  <a:pt x="386" y="116"/>
                  <a:pt x="386" y="212"/>
                </a:cubicBezTo>
                <a:cubicBezTo>
                  <a:pt x="386" y="308"/>
                  <a:pt x="308" y="386"/>
                  <a:pt x="212" y="386"/>
                </a:cubicBezTo>
                <a:close/>
              </a:path>
            </a:pathLst>
          </a:custGeom>
          <a:solidFill>
            <a:schemeClr val="accent1">
              <a:lumMod val="40000"/>
              <a:lumOff val="60000"/>
            </a:schemeClr>
          </a:solidFill>
          <a:ln cap="sq">
            <a:noFill/>
            <a:prstDash val="solid"/>
          </a:ln>
        </p:spPr>
        <p:txBody>
          <a:bodyPr vert="horz" wrap="square" lIns="91440" tIns="45720" rIns="91440" bIns="45720" rtlCol="0" anchor="t"/>
          <a:lstStyle/>
          <a:p>
            <a:pPr algn="l">
              <a:lnSpc>
                <a:spcPct val="110000"/>
              </a:lnSpc>
            </a:pPr>
            <a:endParaRPr kumimoji="1" lang="zh-CN" altLang="en-US"/>
          </a:p>
        </p:txBody>
      </p:sp>
      <p:sp>
        <p:nvSpPr>
          <p:cNvPr id="16" name="标题 1"/>
          <p:cNvSpPr txBox="1"/>
          <p:nvPr/>
        </p:nvSpPr>
        <p:spPr>
          <a:xfrm rot="5400000">
            <a:off x="1890395" y="592455"/>
            <a:ext cx="1268095" cy="3606165"/>
          </a:xfrm>
          <a:custGeom>
            <a:avLst/>
            <a:gdLst>
              <a:gd name="T0" fmla="*/ 0 w 491"/>
              <a:gd name="T1" fmla="*/ 243 h 1482"/>
              <a:gd name="T2" fmla="*/ 243 w 491"/>
              <a:gd name="T3" fmla="*/ 485 h 1482"/>
              <a:gd name="T4" fmla="*/ 406 w 491"/>
              <a:gd name="T5" fmla="*/ 422 h 1482"/>
              <a:gd name="T6" fmla="*/ 406 w 491"/>
              <a:gd name="T7" fmla="*/ 1440 h 1482"/>
              <a:gd name="T8" fmla="*/ 448 w 491"/>
              <a:gd name="T9" fmla="*/ 1482 h 1482"/>
              <a:gd name="T10" fmla="*/ 491 w 491"/>
              <a:gd name="T11" fmla="*/ 1440 h 1482"/>
              <a:gd name="T12" fmla="*/ 491 w 491"/>
              <a:gd name="T13" fmla="*/ 299 h 1482"/>
              <a:gd name="T14" fmla="*/ 491 w 491"/>
              <a:gd name="T15" fmla="*/ 289 h 1482"/>
              <a:gd name="T16" fmla="*/ 485 w 491"/>
              <a:gd name="T17" fmla="*/ 226 h 1482"/>
              <a:gd name="T18" fmla="*/ 243 w 491"/>
              <a:gd name="T19" fmla="*/ 0 h 1482"/>
              <a:gd name="T20" fmla="*/ 0 w 491"/>
              <a:gd name="T21" fmla="*/ 243 h 1482"/>
              <a:gd name="T22" fmla="*/ 75 w 491"/>
              <a:gd name="T23" fmla="*/ 243 h 1482"/>
              <a:gd name="T24" fmla="*/ 243 w 491"/>
              <a:gd name="T25" fmla="*/ 75 h 1482"/>
              <a:gd name="T26" fmla="*/ 410 w 491"/>
              <a:gd name="T27" fmla="*/ 226 h 1482"/>
              <a:gd name="T28" fmla="*/ 406 w 491"/>
              <a:gd name="T29" fmla="*/ 283 h 1482"/>
              <a:gd name="T30" fmla="*/ 243 w 491"/>
              <a:gd name="T31" fmla="*/ 410 h 1482"/>
              <a:gd name="T32" fmla="*/ 75 w 491"/>
              <a:gd name="T33" fmla="*/ 243 h 1482"/>
            </a:gdLst>
            <a:ahLst/>
            <a:cxnLst/>
            <a:rect l="0" t="0" r="r" b="b"/>
            <a:pathLst>
              <a:path w="491" h="1482">
                <a:moveTo>
                  <a:pt x="0" y="243"/>
                </a:moveTo>
                <a:cubicBezTo>
                  <a:pt x="0" y="377"/>
                  <a:pt x="109" y="485"/>
                  <a:pt x="243" y="485"/>
                </a:cubicBezTo>
                <a:cubicBezTo>
                  <a:pt x="306" y="485"/>
                  <a:pt x="363" y="461"/>
                  <a:pt x="406" y="422"/>
                </a:cubicBezTo>
                <a:cubicBezTo>
                  <a:pt x="406" y="616"/>
                  <a:pt x="406" y="1419"/>
                  <a:pt x="406" y="1440"/>
                </a:cubicBezTo>
                <a:cubicBezTo>
                  <a:pt x="406" y="1463"/>
                  <a:pt x="425" y="1482"/>
                  <a:pt x="448" y="1482"/>
                </a:cubicBezTo>
                <a:cubicBezTo>
                  <a:pt x="472" y="1482"/>
                  <a:pt x="491" y="1463"/>
                  <a:pt x="491" y="1440"/>
                </a:cubicBezTo>
                <a:cubicBezTo>
                  <a:pt x="491" y="1414"/>
                  <a:pt x="491" y="533"/>
                  <a:pt x="491" y="299"/>
                </a:cubicBezTo>
                <a:cubicBezTo>
                  <a:pt x="491" y="295"/>
                  <a:pt x="491" y="292"/>
                  <a:pt x="491" y="289"/>
                </a:cubicBezTo>
                <a:cubicBezTo>
                  <a:pt x="490" y="266"/>
                  <a:pt x="485" y="226"/>
                  <a:pt x="485" y="226"/>
                </a:cubicBezTo>
                <a:cubicBezTo>
                  <a:pt x="476" y="100"/>
                  <a:pt x="371" y="0"/>
                  <a:pt x="243" y="0"/>
                </a:cubicBezTo>
                <a:cubicBezTo>
                  <a:pt x="109" y="0"/>
                  <a:pt x="0" y="109"/>
                  <a:pt x="0" y="243"/>
                </a:cubicBezTo>
                <a:moveTo>
                  <a:pt x="75" y="243"/>
                </a:moveTo>
                <a:cubicBezTo>
                  <a:pt x="75" y="150"/>
                  <a:pt x="150" y="75"/>
                  <a:pt x="243" y="75"/>
                </a:cubicBezTo>
                <a:cubicBezTo>
                  <a:pt x="330" y="75"/>
                  <a:pt x="402" y="141"/>
                  <a:pt x="410" y="226"/>
                </a:cubicBezTo>
                <a:cubicBezTo>
                  <a:pt x="410" y="226"/>
                  <a:pt x="412" y="250"/>
                  <a:pt x="406" y="283"/>
                </a:cubicBezTo>
                <a:cubicBezTo>
                  <a:pt x="388" y="356"/>
                  <a:pt x="322" y="410"/>
                  <a:pt x="243" y="410"/>
                </a:cubicBezTo>
                <a:cubicBezTo>
                  <a:pt x="150" y="410"/>
                  <a:pt x="75" y="335"/>
                  <a:pt x="75" y="243"/>
                </a:cubicBezTo>
              </a:path>
            </a:pathLst>
          </a:custGeom>
          <a:solidFill>
            <a:schemeClr val="accent1">
              <a:lumMod val="40000"/>
              <a:lumOff val="60000"/>
            </a:schemeClr>
          </a:solidFill>
          <a:ln cap="sq">
            <a:noFill/>
            <a:prstDash val="solid"/>
            <a:round/>
          </a:ln>
        </p:spPr>
        <p:txBody>
          <a:bodyPr vert="horz" wrap="square" lIns="121920" tIns="60960" rIns="121920" bIns="60960" rtlCol="0" anchor="t"/>
          <a:lstStyle/>
          <a:p>
            <a:pPr algn="l">
              <a:lnSpc>
                <a:spcPct val="110000"/>
              </a:lnSpc>
            </a:pPr>
            <a:endParaRPr kumimoji="1" lang="zh-CN" altLang="en-US"/>
          </a:p>
        </p:txBody>
      </p:sp>
      <p:sp>
        <p:nvSpPr>
          <p:cNvPr id="17" name="标题 1"/>
          <p:cNvSpPr txBox="1"/>
          <p:nvPr/>
        </p:nvSpPr>
        <p:spPr>
          <a:xfrm rot="5400000">
            <a:off x="2005965" y="1002665"/>
            <a:ext cx="1243965" cy="4715510"/>
          </a:xfrm>
          <a:custGeom>
            <a:avLst/>
            <a:gdLst>
              <a:gd name="T0" fmla="*/ 0 w 491"/>
              <a:gd name="T1" fmla="*/ 242 h 2113"/>
              <a:gd name="T2" fmla="*/ 243 w 491"/>
              <a:gd name="T3" fmla="*/ 485 h 2113"/>
              <a:gd name="T4" fmla="*/ 406 w 491"/>
              <a:gd name="T5" fmla="*/ 422 h 2113"/>
              <a:gd name="T6" fmla="*/ 405 w 491"/>
              <a:gd name="T7" fmla="*/ 2071 h 2113"/>
              <a:gd name="T8" fmla="*/ 448 w 491"/>
              <a:gd name="T9" fmla="*/ 2113 h 2113"/>
              <a:gd name="T10" fmla="*/ 491 w 491"/>
              <a:gd name="T11" fmla="*/ 2071 h 2113"/>
              <a:gd name="T12" fmla="*/ 491 w 491"/>
              <a:gd name="T13" fmla="*/ 298 h 2113"/>
              <a:gd name="T14" fmla="*/ 491 w 491"/>
              <a:gd name="T15" fmla="*/ 288 h 2113"/>
              <a:gd name="T16" fmla="*/ 484 w 491"/>
              <a:gd name="T17" fmla="*/ 226 h 2113"/>
              <a:gd name="T18" fmla="*/ 243 w 491"/>
              <a:gd name="T19" fmla="*/ 0 h 2113"/>
              <a:gd name="T20" fmla="*/ 0 w 491"/>
              <a:gd name="T21" fmla="*/ 242 h 2113"/>
              <a:gd name="T22" fmla="*/ 75 w 491"/>
              <a:gd name="T23" fmla="*/ 242 h 2113"/>
              <a:gd name="T24" fmla="*/ 243 w 491"/>
              <a:gd name="T25" fmla="*/ 75 h 2113"/>
              <a:gd name="T26" fmla="*/ 410 w 491"/>
              <a:gd name="T27" fmla="*/ 226 h 2113"/>
              <a:gd name="T28" fmla="*/ 406 w 491"/>
              <a:gd name="T29" fmla="*/ 282 h 2113"/>
              <a:gd name="T30" fmla="*/ 243 w 491"/>
              <a:gd name="T31" fmla="*/ 410 h 2113"/>
              <a:gd name="T32" fmla="*/ 75 w 491"/>
              <a:gd name="T33" fmla="*/ 242 h 2113"/>
            </a:gdLst>
            <a:ahLst/>
            <a:cxnLst/>
            <a:rect l="0" t="0" r="r" b="b"/>
            <a:pathLst>
              <a:path w="491" h="2113">
                <a:moveTo>
                  <a:pt x="0" y="242"/>
                </a:moveTo>
                <a:cubicBezTo>
                  <a:pt x="0" y="376"/>
                  <a:pt x="109" y="485"/>
                  <a:pt x="243" y="485"/>
                </a:cubicBezTo>
                <a:cubicBezTo>
                  <a:pt x="305" y="485"/>
                  <a:pt x="363" y="461"/>
                  <a:pt x="406" y="422"/>
                </a:cubicBezTo>
                <a:cubicBezTo>
                  <a:pt x="406" y="616"/>
                  <a:pt x="405" y="2050"/>
                  <a:pt x="405" y="2071"/>
                </a:cubicBezTo>
                <a:cubicBezTo>
                  <a:pt x="406" y="2094"/>
                  <a:pt x="425" y="2113"/>
                  <a:pt x="448" y="2113"/>
                </a:cubicBezTo>
                <a:cubicBezTo>
                  <a:pt x="471" y="2113"/>
                  <a:pt x="490" y="2094"/>
                  <a:pt x="491" y="2071"/>
                </a:cubicBezTo>
                <a:cubicBezTo>
                  <a:pt x="491" y="2045"/>
                  <a:pt x="491" y="533"/>
                  <a:pt x="491" y="298"/>
                </a:cubicBezTo>
                <a:cubicBezTo>
                  <a:pt x="491" y="295"/>
                  <a:pt x="491" y="292"/>
                  <a:pt x="491" y="288"/>
                </a:cubicBezTo>
                <a:cubicBezTo>
                  <a:pt x="490" y="266"/>
                  <a:pt x="484" y="226"/>
                  <a:pt x="484" y="226"/>
                </a:cubicBezTo>
                <a:cubicBezTo>
                  <a:pt x="476" y="100"/>
                  <a:pt x="371" y="0"/>
                  <a:pt x="243" y="0"/>
                </a:cubicBezTo>
                <a:cubicBezTo>
                  <a:pt x="109" y="0"/>
                  <a:pt x="0" y="108"/>
                  <a:pt x="0" y="242"/>
                </a:cubicBezTo>
                <a:close/>
                <a:moveTo>
                  <a:pt x="75" y="242"/>
                </a:moveTo>
                <a:cubicBezTo>
                  <a:pt x="75" y="150"/>
                  <a:pt x="150" y="75"/>
                  <a:pt x="243" y="75"/>
                </a:cubicBezTo>
                <a:cubicBezTo>
                  <a:pt x="330" y="75"/>
                  <a:pt x="401" y="141"/>
                  <a:pt x="410" y="226"/>
                </a:cubicBezTo>
                <a:cubicBezTo>
                  <a:pt x="410" y="226"/>
                  <a:pt x="412" y="250"/>
                  <a:pt x="406" y="282"/>
                </a:cubicBezTo>
                <a:cubicBezTo>
                  <a:pt x="388" y="356"/>
                  <a:pt x="321" y="410"/>
                  <a:pt x="243" y="410"/>
                </a:cubicBezTo>
                <a:cubicBezTo>
                  <a:pt x="150" y="410"/>
                  <a:pt x="75" y="335"/>
                  <a:pt x="75" y="242"/>
                </a:cubicBezTo>
                <a:close/>
              </a:path>
            </a:pathLst>
          </a:custGeom>
          <a:solidFill>
            <a:schemeClr val="accent1"/>
          </a:solidFill>
          <a:ln cap="sq">
            <a:noFill/>
            <a:prstDash val="solid"/>
            <a:round/>
          </a:ln>
        </p:spPr>
        <p:txBody>
          <a:bodyPr vert="horz" wrap="square" lIns="121920" tIns="60960" rIns="121920" bIns="60960" rtlCol="0" anchor="t"/>
          <a:lstStyle/>
          <a:p>
            <a:pPr algn="l">
              <a:lnSpc>
                <a:spcPct val="110000"/>
              </a:lnSpc>
            </a:pPr>
            <a:endParaRPr kumimoji="1" lang="zh-CN" altLang="en-US"/>
          </a:p>
        </p:txBody>
      </p:sp>
      <p:sp>
        <p:nvSpPr>
          <p:cNvPr id="18" name="标题 1"/>
          <p:cNvSpPr txBox="1"/>
          <p:nvPr/>
        </p:nvSpPr>
        <p:spPr>
          <a:xfrm>
            <a:off x="3451964" y="2129582"/>
            <a:ext cx="605292" cy="529924"/>
          </a:xfrm>
          <a:custGeom>
            <a:avLst/>
            <a:gdLst>
              <a:gd name="connsiteX0" fmla="*/ 411292 w 822400"/>
              <a:gd name="connsiteY0" fmla="*/ 234366 h 720000"/>
              <a:gd name="connsiteX1" fmla="*/ 285658 w 822400"/>
              <a:gd name="connsiteY1" fmla="*/ 360000 h 720000"/>
              <a:gd name="connsiteX2" fmla="*/ 411292 w 822400"/>
              <a:gd name="connsiteY2" fmla="*/ 485635 h 720000"/>
              <a:gd name="connsiteX3" fmla="*/ 536927 w 822400"/>
              <a:gd name="connsiteY3" fmla="*/ 360000 h 720000"/>
              <a:gd name="connsiteX4" fmla="*/ 411292 w 822400"/>
              <a:gd name="connsiteY4" fmla="*/ 234366 h 720000"/>
              <a:gd name="connsiteX5" fmla="*/ 411292 w 822400"/>
              <a:gd name="connsiteY5" fmla="*/ 178938 h 720000"/>
              <a:gd name="connsiteX6" fmla="*/ 592354 w 822400"/>
              <a:gd name="connsiteY6" fmla="*/ 360000 h 720000"/>
              <a:gd name="connsiteX7" fmla="*/ 411292 w 822400"/>
              <a:gd name="connsiteY7" fmla="*/ 541063 h 720000"/>
              <a:gd name="connsiteX8" fmla="*/ 230230 w 822400"/>
              <a:gd name="connsiteY8" fmla="*/ 360000 h 720000"/>
              <a:gd name="connsiteX9" fmla="*/ 411292 w 822400"/>
              <a:gd name="connsiteY9" fmla="*/ 178938 h 720000"/>
              <a:gd name="connsiteX10" fmla="*/ 235403 w 822400"/>
              <a:gd name="connsiteY10" fmla="*/ 55427 h 720000"/>
              <a:gd name="connsiteX11" fmla="*/ 59514 w 822400"/>
              <a:gd name="connsiteY11" fmla="*/ 360000 h 720000"/>
              <a:gd name="connsiteX12" fmla="*/ 235403 w 822400"/>
              <a:gd name="connsiteY12" fmla="*/ 664573 h 720000"/>
              <a:gd name="connsiteX13" fmla="*/ 587089 w 822400"/>
              <a:gd name="connsiteY13" fmla="*/ 664573 h 720000"/>
              <a:gd name="connsiteX14" fmla="*/ 762978 w 822400"/>
              <a:gd name="connsiteY14" fmla="*/ 360000 h 720000"/>
              <a:gd name="connsiteX15" fmla="*/ 587089 w 822400"/>
              <a:gd name="connsiteY15" fmla="*/ 55427 h 720000"/>
              <a:gd name="connsiteX16" fmla="*/ 219883 w 822400"/>
              <a:gd name="connsiteY16" fmla="*/ 0 h 720000"/>
              <a:gd name="connsiteX17" fmla="*/ 602516 w 822400"/>
              <a:gd name="connsiteY17" fmla="*/ 0 h 720000"/>
              <a:gd name="connsiteX18" fmla="*/ 627274 w 822400"/>
              <a:gd name="connsiteY18" fmla="*/ 14319 h 720000"/>
              <a:gd name="connsiteX19" fmla="*/ 818590 w 822400"/>
              <a:gd name="connsiteY19" fmla="*/ 345682 h 720000"/>
              <a:gd name="connsiteX20" fmla="*/ 818590 w 822400"/>
              <a:gd name="connsiteY20" fmla="*/ 374319 h 720000"/>
              <a:gd name="connsiteX21" fmla="*/ 627366 w 822400"/>
              <a:gd name="connsiteY21" fmla="*/ 705682 h 720000"/>
              <a:gd name="connsiteX22" fmla="*/ 602608 w 822400"/>
              <a:gd name="connsiteY22" fmla="*/ 720000 h 720000"/>
              <a:gd name="connsiteX23" fmla="*/ 219976 w 822400"/>
              <a:gd name="connsiteY23" fmla="*/ 720000 h 720000"/>
              <a:gd name="connsiteX24" fmla="*/ 195218 w 822400"/>
              <a:gd name="connsiteY24" fmla="*/ 705682 h 720000"/>
              <a:gd name="connsiteX25" fmla="*/ 3810 w 822400"/>
              <a:gd name="connsiteY25" fmla="*/ 374319 h 720000"/>
              <a:gd name="connsiteX26" fmla="*/ 3810 w 822400"/>
              <a:gd name="connsiteY26" fmla="*/ 345682 h 720000"/>
              <a:gd name="connsiteX27" fmla="*/ 195126 w 822400"/>
              <a:gd name="connsiteY27" fmla="*/ 14319 h 720000"/>
              <a:gd name="connsiteX28" fmla="*/ 219883 w 822400"/>
              <a:gd name="connsiteY28" fmla="*/ 0 h 720000"/>
            </a:gdLst>
            <a:ahLst/>
            <a:cxnLst/>
            <a:rect l="l" t="t" r="r" b="b"/>
            <a:pathLst>
              <a:path w="822400" h="720000">
                <a:moveTo>
                  <a:pt x="411292" y="234366"/>
                </a:moveTo>
                <a:cubicBezTo>
                  <a:pt x="342008" y="234366"/>
                  <a:pt x="285658" y="290716"/>
                  <a:pt x="285658" y="360000"/>
                </a:cubicBezTo>
                <a:cubicBezTo>
                  <a:pt x="285658" y="429284"/>
                  <a:pt x="342008" y="485635"/>
                  <a:pt x="411292" y="485635"/>
                </a:cubicBezTo>
                <a:cubicBezTo>
                  <a:pt x="480576" y="485635"/>
                  <a:pt x="536927" y="429284"/>
                  <a:pt x="536927" y="360000"/>
                </a:cubicBezTo>
                <a:cubicBezTo>
                  <a:pt x="536927" y="290716"/>
                  <a:pt x="480576" y="234366"/>
                  <a:pt x="411292" y="234366"/>
                </a:cubicBezTo>
                <a:close/>
                <a:moveTo>
                  <a:pt x="411292" y="178938"/>
                </a:moveTo>
                <a:cubicBezTo>
                  <a:pt x="511153" y="178938"/>
                  <a:pt x="592354" y="260139"/>
                  <a:pt x="592354" y="360000"/>
                </a:cubicBezTo>
                <a:cubicBezTo>
                  <a:pt x="592354" y="459861"/>
                  <a:pt x="511153" y="541063"/>
                  <a:pt x="411292" y="541063"/>
                </a:cubicBezTo>
                <a:cubicBezTo>
                  <a:pt x="311431" y="541063"/>
                  <a:pt x="230230" y="459861"/>
                  <a:pt x="230230" y="360000"/>
                </a:cubicBezTo>
                <a:cubicBezTo>
                  <a:pt x="230230" y="260139"/>
                  <a:pt x="311431" y="178938"/>
                  <a:pt x="411292" y="178938"/>
                </a:cubicBezTo>
                <a:close/>
                <a:moveTo>
                  <a:pt x="235403" y="55427"/>
                </a:moveTo>
                <a:lnTo>
                  <a:pt x="59514" y="360000"/>
                </a:lnTo>
                <a:lnTo>
                  <a:pt x="235403" y="664573"/>
                </a:lnTo>
                <a:lnTo>
                  <a:pt x="587089" y="664573"/>
                </a:lnTo>
                <a:lnTo>
                  <a:pt x="762978" y="360000"/>
                </a:lnTo>
                <a:lnTo>
                  <a:pt x="587089" y="55427"/>
                </a:lnTo>
                <a:close/>
                <a:moveTo>
                  <a:pt x="219883" y="0"/>
                </a:moveTo>
                <a:lnTo>
                  <a:pt x="602516" y="0"/>
                </a:lnTo>
                <a:cubicBezTo>
                  <a:pt x="612678" y="0"/>
                  <a:pt x="622193" y="5450"/>
                  <a:pt x="627274" y="14319"/>
                </a:cubicBezTo>
                <a:lnTo>
                  <a:pt x="818590" y="345682"/>
                </a:lnTo>
                <a:cubicBezTo>
                  <a:pt x="823671" y="354550"/>
                  <a:pt x="823671" y="365451"/>
                  <a:pt x="818590" y="374319"/>
                </a:cubicBezTo>
                <a:lnTo>
                  <a:pt x="627366" y="705682"/>
                </a:lnTo>
                <a:cubicBezTo>
                  <a:pt x="622285" y="714550"/>
                  <a:pt x="612770" y="720000"/>
                  <a:pt x="602608" y="720000"/>
                </a:cubicBezTo>
                <a:lnTo>
                  <a:pt x="219976" y="720000"/>
                </a:lnTo>
                <a:cubicBezTo>
                  <a:pt x="209814" y="720000"/>
                  <a:pt x="200299" y="714550"/>
                  <a:pt x="195218" y="705682"/>
                </a:cubicBezTo>
                <a:lnTo>
                  <a:pt x="3810" y="374319"/>
                </a:lnTo>
                <a:cubicBezTo>
                  <a:pt x="-1271" y="365543"/>
                  <a:pt x="-1271" y="354550"/>
                  <a:pt x="3810" y="345682"/>
                </a:cubicBezTo>
                <a:lnTo>
                  <a:pt x="195126" y="14319"/>
                </a:lnTo>
                <a:cubicBezTo>
                  <a:pt x="200207" y="5450"/>
                  <a:pt x="209721" y="0"/>
                  <a:pt x="219883" y="0"/>
                </a:cubicBezTo>
                <a:close/>
              </a:path>
            </a:pathLst>
          </a:custGeom>
          <a:solidFill>
            <a:schemeClr val="accent1">
              <a:lumMod val="40000"/>
              <a:lumOff val="60000"/>
            </a:schemeClr>
          </a:solidFill>
          <a:ln cap="sq">
            <a:noFill/>
            <a:prstDash val="solid"/>
            <a:round/>
          </a:ln>
        </p:spPr>
        <p:txBody>
          <a:bodyPr vert="horz" wrap="square" lIns="121920" tIns="60960" rIns="121920" bIns="60960" rtlCol="0" anchor="t"/>
          <a:lstStyle/>
          <a:p>
            <a:pPr algn="l">
              <a:lnSpc>
                <a:spcPct val="110000"/>
              </a:lnSpc>
            </a:pPr>
            <a:endParaRPr kumimoji="1" lang="zh-CN" altLang="en-US"/>
          </a:p>
        </p:txBody>
      </p:sp>
      <p:sp>
        <p:nvSpPr>
          <p:cNvPr id="20" name="标题 1"/>
          <p:cNvSpPr txBox="1"/>
          <p:nvPr/>
        </p:nvSpPr>
        <p:spPr>
          <a:xfrm>
            <a:off x="4225707" y="3020137"/>
            <a:ext cx="530011" cy="605292"/>
          </a:xfrm>
          <a:custGeom>
            <a:avLst/>
            <a:gdLst>
              <a:gd name="connsiteX0" fmla="*/ 1449958 w 1449958"/>
              <a:gd name="connsiteY0" fmla="*/ 669913 h 1655898"/>
              <a:gd name="connsiteX1" fmla="*/ 1449586 w 1449958"/>
              <a:gd name="connsiteY1" fmla="*/ 666192 h 1655898"/>
              <a:gd name="connsiteX2" fmla="*/ 1449586 w 1449958"/>
              <a:gd name="connsiteY2" fmla="*/ 665634 h 1655898"/>
              <a:gd name="connsiteX3" fmla="*/ 1448098 w 1449958"/>
              <a:gd name="connsiteY3" fmla="*/ 658006 h 1655898"/>
              <a:gd name="connsiteX4" fmla="*/ 1445307 w 1449958"/>
              <a:gd name="connsiteY4" fmla="*/ 650379 h 1655898"/>
              <a:gd name="connsiteX5" fmla="*/ 1443633 w 1449958"/>
              <a:gd name="connsiteY5" fmla="*/ 646844 h 1655898"/>
              <a:gd name="connsiteX6" fmla="*/ 1441772 w 1449958"/>
              <a:gd name="connsiteY6" fmla="*/ 643496 h 1655898"/>
              <a:gd name="connsiteX7" fmla="*/ 1441400 w 1449958"/>
              <a:gd name="connsiteY7" fmla="*/ 643124 h 1655898"/>
              <a:gd name="connsiteX8" fmla="*/ 1439354 w 1449958"/>
              <a:gd name="connsiteY8" fmla="*/ 640147 h 1655898"/>
              <a:gd name="connsiteX9" fmla="*/ 1439168 w 1449958"/>
              <a:gd name="connsiteY9" fmla="*/ 639775 h 1655898"/>
              <a:gd name="connsiteX10" fmla="*/ 1436936 w 1449958"/>
              <a:gd name="connsiteY10" fmla="*/ 636798 h 1655898"/>
              <a:gd name="connsiteX11" fmla="*/ 1436378 w 1449958"/>
              <a:gd name="connsiteY11" fmla="*/ 636240 h 1655898"/>
              <a:gd name="connsiteX12" fmla="*/ 1433773 w 1449958"/>
              <a:gd name="connsiteY12" fmla="*/ 633450 h 1655898"/>
              <a:gd name="connsiteX13" fmla="*/ 816136 w 1449958"/>
              <a:gd name="connsiteY13" fmla="*/ 15813 h 1655898"/>
              <a:gd name="connsiteX14" fmla="*/ 813346 w 1449958"/>
              <a:gd name="connsiteY14" fmla="*/ 13208 h 1655898"/>
              <a:gd name="connsiteX15" fmla="*/ 812788 w 1449958"/>
              <a:gd name="connsiteY15" fmla="*/ 12650 h 1655898"/>
              <a:gd name="connsiteX16" fmla="*/ 809997 w 1449958"/>
              <a:gd name="connsiteY16" fmla="*/ 10418 h 1655898"/>
              <a:gd name="connsiteX17" fmla="*/ 809625 w 1449958"/>
              <a:gd name="connsiteY17" fmla="*/ 10232 h 1655898"/>
              <a:gd name="connsiteX18" fmla="*/ 806834 w 1449958"/>
              <a:gd name="connsiteY18" fmla="*/ 8372 h 1655898"/>
              <a:gd name="connsiteX19" fmla="*/ 806276 w 1449958"/>
              <a:gd name="connsiteY19" fmla="*/ 8000 h 1655898"/>
              <a:gd name="connsiteX20" fmla="*/ 802928 w 1449958"/>
              <a:gd name="connsiteY20" fmla="*/ 6139 h 1655898"/>
              <a:gd name="connsiteX21" fmla="*/ 802742 w 1449958"/>
              <a:gd name="connsiteY21" fmla="*/ 6139 h 1655898"/>
              <a:gd name="connsiteX22" fmla="*/ 799207 w 1449958"/>
              <a:gd name="connsiteY22" fmla="*/ 4465 h 1655898"/>
              <a:gd name="connsiteX23" fmla="*/ 799021 w 1449958"/>
              <a:gd name="connsiteY23" fmla="*/ 4465 h 1655898"/>
              <a:gd name="connsiteX24" fmla="*/ 791580 w 1449958"/>
              <a:gd name="connsiteY24" fmla="*/ 1860 h 1655898"/>
              <a:gd name="connsiteX25" fmla="*/ 791394 w 1449958"/>
              <a:gd name="connsiteY25" fmla="*/ 1860 h 1655898"/>
              <a:gd name="connsiteX26" fmla="*/ 783766 w 1449958"/>
              <a:gd name="connsiteY26" fmla="*/ 372 h 1655898"/>
              <a:gd name="connsiteX27" fmla="*/ 783022 w 1449958"/>
              <a:gd name="connsiteY27" fmla="*/ 372 h 1655898"/>
              <a:gd name="connsiteX28" fmla="*/ 779301 w 1449958"/>
              <a:gd name="connsiteY28" fmla="*/ 0 h 1655898"/>
              <a:gd name="connsiteX29" fmla="*/ 261751 w 1449958"/>
              <a:gd name="connsiteY29" fmla="*/ 0 h 1655898"/>
              <a:gd name="connsiteX30" fmla="*/ 0 w 1449958"/>
              <a:gd name="connsiteY30" fmla="*/ 261751 h 1655898"/>
              <a:gd name="connsiteX31" fmla="*/ 0 w 1449958"/>
              <a:gd name="connsiteY31" fmla="*/ 1394148 h 1655898"/>
              <a:gd name="connsiteX32" fmla="*/ 261751 w 1449958"/>
              <a:gd name="connsiteY32" fmla="*/ 1655899 h 1655898"/>
              <a:gd name="connsiteX33" fmla="*/ 1188207 w 1449958"/>
              <a:gd name="connsiteY33" fmla="*/ 1655899 h 1655898"/>
              <a:gd name="connsiteX34" fmla="*/ 1449958 w 1449958"/>
              <a:gd name="connsiteY34" fmla="*/ 1394148 h 1655898"/>
              <a:gd name="connsiteX35" fmla="*/ 1449958 w 1449958"/>
              <a:gd name="connsiteY35" fmla="*/ 672889 h 1655898"/>
              <a:gd name="connsiteX36" fmla="*/ 1449958 w 1449958"/>
              <a:gd name="connsiteY36" fmla="*/ 669913 h 1655898"/>
              <a:gd name="connsiteX37" fmla="*/ 832321 w 1449958"/>
              <a:gd name="connsiteY37" fmla="*/ 466948 h 1655898"/>
              <a:gd name="connsiteX38" fmla="*/ 832321 w 1449958"/>
              <a:gd name="connsiteY38" fmla="*/ 189942 h 1655898"/>
              <a:gd name="connsiteX39" fmla="*/ 1259458 w 1449958"/>
              <a:gd name="connsiteY39" fmla="*/ 617079 h 1655898"/>
              <a:gd name="connsiteX40" fmla="*/ 982452 w 1449958"/>
              <a:gd name="connsiteY40" fmla="*/ 617079 h 1655898"/>
              <a:gd name="connsiteX41" fmla="*/ 832321 w 1449958"/>
              <a:gd name="connsiteY41" fmla="*/ 466948 h 1655898"/>
              <a:gd name="connsiteX42" fmla="*/ 1338337 w 1449958"/>
              <a:gd name="connsiteY42" fmla="*/ 1393403 h 1655898"/>
              <a:gd name="connsiteX43" fmla="*/ 1188207 w 1449958"/>
              <a:gd name="connsiteY43" fmla="*/ 1543534 h 1655898"/>
              <a:gd name="connsiteX44" fmla="*/ 261751 w 1449958"/>
              <a:gd name="connsiteY44" fmla="*/ 1543534 h 1655898"/>
              <a:gd name="connsiteX45" fmla="*/ 111621 w 1449958"/>
              <a:gd name="connsiteY45" fmla="*/ 1393403 h 1655898"/>
              <a:gd name="connsiteX46" fmla="*/ 111621 w 1449958"/>
              <a:gd name="connsiteY46" fmla="*/ 261007 h 1655898"/>
              <a:gd name="connsiteX47" fmla="*/ 261751 w 1449958"/>
              <a:gd name="connsiteY47" fmla="*/ 110877 h 1655898"/>
              <a:gd name="connsiteX48" fmla="*/ 720700 w 1449958"/>
              <a:gd name="connsiteY48" fmla="*/ 110877 h 1655898"/>
              <a:gd name="connsiteX49" fmla="*/ 720700 w 1449958"/>
              <a:gd name="connsiteY49" fmla="*/ 466948 h 1655898"/>
              <a:gd name="connsiteX50" fmla="*/ 982452 w 1449958"/>
              <a:gd name="connsiteY50" fmla="*/ 728700 h 1655898"/>
              <a:gd name="connsiteX51" fmla="*/ 1338523 w 1449958"/>
              <a:gd name="connsiteY51" fmla="*/ 728700 h 1655898"/>
              <a:gd name="connsiteX52" fmla="*/ 1338523 w 1449958"/>
              <a:gd name="connsiteY52" fmla="*/ 1393403 h 1655898"/>
            </a:gdLst>
            <a:ahLst/>
            <a:cxnLst/>
            <a:rect l="l" t="t" r="r" b="b"/>
            <a:pathLst>
              <a:path w="1449958" h="1655898">
                <a:moveTo>
                  <a:pt x="1449958" y="669913"/>
                </a:moveTo>
                <a:cubicBezTo>
                  <a:pt x="1449958" y="668610"/>
                  <a:pt x="1449772" y="667308"/>
                  <a:pt x="1449586" y="666192"/>
                </a:cubicBezTo>
                <a:lnTo>
                  <a:pt x="1449586" y="665634"/>
                </a:lnTo>
                <a:cubicBezTo>
                  <a:pt x="1449214" y="663029"/>
                  <a:pt x="1448656" y="660425"/>
                  <a:pt x="1448098" y="658006"/>
                </a:cubicBezTo>
                <a:cubicBezTo>
                  <a:pt x="1447354" y="655402"/>
                  <a:pt x="1446423" y="652797"/>
                  <a:pt x="1445307" y="650379"/>
                </a:cubicBezTo>
                <a:cubicBezTo>
                  <a:pt x="1444749" y="649077"/>
                  <a:pt x="1444191" y="647960"/>
                  <a:pt x="1443633" y="646844"/>
                </a:cubicBezTo>
                <a:cubicBezTo>
                  <a:pt x="1443075" y="645728"/>
                  <a:pt x="1442331" y="644612"/>
                  <a:pt x="1441772" y="643496"/>
                </a:cubicBezTo>
                <a:cubicBezTo>
                  <a:pt x="1441587" y="643310"/>
                  <a:pt x="1441587" y="643124"/>
                  <a:pt x="1441400" y="643124"/>
                </a:cubicBezTo>
                <a:cubicBezTo>
                  <a:pt x="1440842" y="642193"/>
                  <a:pt x="1440098" y="641077"/>
                  <a:pt x="1439354" y="640147"/>
                </a:cubicBezTo>
                <a:cubicBezTo>
                  <a:pt x="1439354" y="640147"/>
                  <a:pt x="1439168" y="639961"/>
                  <a:pt x="1439168" y="639775"/>
                </a:cubicBezTo>
                <a:cubicBezTo>
                  <a:pt x="1438424" y="638845"/>
                  <a:pt x="1437680" y="637729"/>
                  <a:pt x="1436936" y="636798"/>
                </a:cubicBezTo>
                <a:lnTo>
                  <a:pt x="1436378" y="636240"/>
                </a:lnTo>
                <a:cubicBezTo>
                  <a:pt x="1435633" y="635310"/>
                  <a:pt x="1434703" y="634380"/>
                  <a:pt x="1433773" y="633450"/>
                </a:cubicBezTo>
                <a:lnTo>
                  <a:pt x="816136" y="15813"/>
                </a:lnTo>
                <a:cubicBezTo>
                  <a:pt x="815206" y="14883"/>
                  <a:pt x="814276" y="14139"/>
                  <a:pt x="813346" y="13208"/>
                </a:cubicBezTo>
                <a:lnTo>
                  <a:pt x="812788" y="12650"/>
                </a:lnTo>
                <a:lnTo>
                  <a:pt x="809997" y="10418"/>
                </a:lnTo>
                <a:cubicBezTo>
                  <a:pt x="809811" y="10418"/>
                  <a:pt x="809811" y="10232"/>
                  <a:pt x="809625" y="10232"/>
                </a:cubicBezTo>
                <a:cubicBezTo>
                  <a:pt x="808695" y="9488"/>
                  <a:pt x="807765" y="8930"/>
                  <a:pt x="806834" y="8372"/>
                </a:cubicBezTo>
                <a:cubicBezTo>
                  <a:pt x="806649" y="8186"/>
                  <a:pt x="806462" y="8186"/>
                  <a:pt x="806276" y="8000"/>
                </a:cubicBezTo>
                <a:cubicBezTo>
                  <a:pt x="805160" y="7255"/>
                  <a:pt x="804044" y="6697"/>
                  <a:pt x="802928" y="6139"/>
                </a:cubicBezTo>
                <a:lnTo>
                  <a:pt x="802742" y="6139"/>
                </a:lnTo>
                <a:cubicBezTo>
                  <a:pt x="801626" y="5581"/>
                  <a:pt x="800509" y="5023"/>
                  <a:pt x="799207" y="4465"/>
                </a:cubicBezTo>
                <a:lnTo>
                  <a:pt x="799021" y="4465"/>
                </a:lnTo>
                <a:cubicBezTo>
                  <a:pt x="796603" y="3349"/>
                  <a:pt x="793998" y="2418"/>
                  <a:pt x="791580" y="1860"/>
                </a:cubicBezTo>
                <a:lnTo>
                  <a:pt x="791394" y="1860"/>
                </a:lnTo>
                <a:cubicBezTo>
                  <a:pt x="788975" y="1116"/>
                  <a:pt x="786371" y="744"/>
                  <a:pt x="783766" y="372"/>
                </a:cubicBezTo>
                <a:lnTo>
                  <a:pt x="783022" y="372"/>
                </a:lnTo>
                <a:cubicBezTo>
                  <a:pt x="781720" y="186"/>
                  <a:pt x="780604" y="186"/>
                  <a:pt x="779301" y="0"/>
                </a:cubicBezTo>
                <a:lnTo>
                  <a:pt x="261751" y="0"/>
                </a:lnTo>
                <a:cubicBezTo>
                  <a:pt x="117388" y="0"/>
                  <a:pt x="0" y="117388"/>
                  <a:pt x="0" y="261751"/>
                </a:cubicBezTo>
                <a:lnTo>
                  <a:pt x="0" y="1394148"/>
                </a:lnTo>
                <a:cubicBezTo>
                  <a:pt x="0" y="1538511"/>
                  <a:pt x="117388" y="1655899"/>
                  <a:pt x="261751" y="1655899"/>
                </a:cubicBezTo>
                <a:lnTo>
                  <a:pt x="1188207" y="1655899"/>
                </a:lnTo>
                <a:cubicBezTo>
                  <a:pt x="1332570" y="1655899"/>
                  <a:pt x="1449958" y="1538511"/>
                  <a:pt x="1449958" y="1394148"/>
                </a:cubicBezTo>
                <a:lnTo>
                  <a:pt x="1449958" y="672889"/>
                </a:lnTo>
                <a:lnTo>
                  <a:pt x="1449958" y="669913"/>
                </a:lnTo>
                <a:close/>
                <a:moveTo>
                  <a:pt x="832321" y="466948"/>
                </a:moveTo>
                <a:lnTo>
                  <a:pt x="832321" y="189942"/>
                </a:lnTo>
                <a:lnTo>
                  <a:pt x="1259458" y="617079"/>
                </a:lnTo>
                <a:lnTo>
                  <a:pt x="982452" y="617079"/>
                </a:lnTo>
                <a:cubicBezTo>
                  <a:pt x="899666" y="617079"/>
                  <a:pt x="832321" y="549734"/>
                  <a:pt x="832321" y="466948"/>
                </a:cubicBezTo>
                <a:close/>
                <a:moveTo>
                  <a:pt x="1338337" y="1393403"/>
                </a:moveTo>
                <a:cubicBezTo>
                  <a:pt x="1338337" y="1476189"/>
                  <a:pt x="1270992" y="1543534"/>
                  <a:pt x="1188207" y="1543534"/>
                </a:cubicBezTo>
                <a:lnTo>
                  <a:pt x="261751" y="1543534"/>
                </a:lnTo>
                <a:cubicBezTo>
                  <a:pt x="178966" y="1543534"/>
                  <a:pt x="111621" y="1476189"/>
                  <a:pt x="111621" y="1393403"/>
                </a:cubicBezTo>
                <a:lnTo>
                  <a:pt x="111621" y="261007"/>
                </a:lnTo>
                <a:cubicBezTo>
                  <a:pt x="111621" y="178222"/>
                  <a:pt x="178966" y="110877"/>
                  <a:pt x="261751" y="110877"/>
                </a:cubicBezTo>
                <a:lnTo>
                  <a:pt x="720700" y="110877"/>
                </a:lnTo>
                <a:lnTo>
                  <a:pt x="720700" y="466948"/>
                </a:lnTo>
                <a:cubicBezTo>
                  <a:pt x="720700" y="611312"/>
                  <a:pt x="838088" y="728700"/>
                  <a:pt x="982452" y="728700"/>
                </a:cubicBezTo>
                <a:lnTo>
                  <a:pt x="1338523" y="728700"/>
                </a:lnTo>
                <a:lnTo>
                  <a:pt x="1338523" y="1393403"/>
                </a:lnTo>
                <a:close/>
              </a:path>
            </a:pathLst>
          </a:custGeom>
          <a:solidFill>
            <a:schemeClr val="accent1"/>
          </a:solidFill>
          <a:ln cap="sq">
            <a:noFill/>
            <a:prstDash val="solid"/>
            <a:miter/>
          </a:ln>
        </p:spPr>
        <p:txBody>
          <a:bodyPr vert="horz" wrap="square" lIns="91440" tIns="45720" rIns="91440" bIns="45720" rtlCol="0" anchor="ctr"/>
          <a:lstStyle/>
          <a:p>
            <a:pPr algn="ctr">
              <a:lnSpc>
                <a:spcPct val="110000"/>
              </a:lnSpc>
            </a:pPr>
            <a:endParaRPr kumimoji="1" lang="zh-CN" altLang="en-US"/>
          </a:p>
        </p:txBody>
      </p:sp>
      <p:sp>
        <p:nvSpPr>
          <p:cNvPr id="21" name="标题 1"/>
          <p:cNvSpPr txBox="1"/>
          <p:nvPr/>
        </p:nvSpPr>
        <p:spPr>
          <a:xfrm>
            <a:off x="316690" y="373380"/>
            <a:ext cx="8171180" cy="655320"/>
          </a:xfrm>
          <a:prstGeom prst="roundRect">
            <a:avLst>
              <a:gd name="adj" fmla="val 13854"/>
            </a:avLst>
          </a:prstGeom>
          <a:gradFill>
            <a:gsLst>
              <a:gs pos="0">
                <a:schemeClr val="bg1">
                  <a:lumMod val="95000"/>
                </a:schemeClr>
              </a:gs>
              <a:gs pos="80000">
                <a:schemeClr val="bg1"/>
              </a:gs>
            </a:gsLst>
            <a:lin ang="0" scaled="0"/>
          </a:gra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22" name="标题 1"/>
          <p:cNvSpPr txBox="1"/>
          <p:nvPr/>
        </p:nvSpPr>
        <p:spPr>
          <a:xfrm>
            <a:off x="783520" y="467040"/>
            <a:ext cx="10671175" cy="468000"/>
          </a:xfrm>
          <a:prstGeom prst="rect">
            <a:avLst/>
          </a:prstGeom>
          <a:noFill/>
          <a:ln>
            <a:noFill/>
          </a:ln>
        </p:spPr>
        <p:txBody>
          <a:bodyPr vert="horz" wrap="square" lIns="0" tIns="0" rIns="0" bIns="0" rtlCol="0" anchor="ctr"/>
          <a:lstStyle/>
          <a:p>
            <a:pPr algn="l">
              <a:lnSpc>
                <a:spcPct val="110000"/>
              </a:lnSpc>
            </a:pPr>
            <a:r>
              <a:rPr kumimoji="1" lang="en-US" altLang="zh-CN" sz="2800">
                <a:ln w="12700">
                  <a:noFill/>
                </a:ln>
                <a:solidFill>
                  <a:srgbClr val="262626">
                    <a:alpha val="100000"/>
                  </a:srgbClr>
                </a:solidFill>
                <a:latin typeface="Source Han Sans CN Bold" panose="020B0800000000000000" charset="-122"/>
                <a:ea typeface="Source Han Sans CN Bold" panose="020B0800000000000000" charset="-122"/>
                <a:cs typeface="Source Han Sans CN Bold" panose="020B0800000000000000" charset="-122"/>
              </a:rPr>
              <a:t>Inference and Prediction</a:t>
            </a:r>
            <a:endParaRPr kumimoji="1" lang="zh-CN" altLang="en-US"/>
          </a:p>
        </p:txBody>
      </p:sp>
      <p:sp>
        <p:nvSpPr>
          <p:cNvPr id="49" name="标题 1"/>
          <p:cNvSpPr txBox="1"/>
          <p:nvPr/>
        </p:nvSpPr>
        <p:spPr>
          <a:xfrm>
            <a:off x="469900" y="0"/>
            <a:ext cx="190500" cy="1028700"/>
          </a:xfrm>
          <a:prstGeom prst="rect">
            <a:avLst/>
          </a:prstGeom>
          <a:solidFill>
            <a:schemeClr val="accent1"/>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50" name="标题 1"/>
          <p:cNvSpPr txBox="1"/>
          <p:nvPr/>
        </p:nvSpPr>
        <p:spPr>
          <a:xfrm>
            <a:off x="196850" y="0"/>
            <a:ext cx="190500" cy="1028700"/>
          </a:xfrm>
          <a:prstGeom prst="rect">
            <a:avLst/>
          </a:prstGeom>
          <a:solidFill>
            <a:schemeClr val="accent1"/>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24" name="标题 1"/>
          <p:cNvSpPr txBox="1"/>
          <p:nvPr/>
        </p:nvSpPr>
        <p:spPr>
          <a:xfrm rot="5400000">
            <a:off x="1994535" y="2813685"/>
            <a:ext cx="1268095" cy="3606165"/>
          </a:xfrm>
          <a:custGeom>
            <a:avLst/>
            <a:gdLst>
              <a:gd name="T0" fmla="*/ 0 w 491"/>
              <a:gd name="T1" fmla="*/ 243 h 1482"/>
              <a:gd name="T2" fmla="*/ 243 w 491"/>
              <a:gd name="T3" fmla="*/ 485 h 1482"/>
              <a:gd name="T4" fmla="*/ 406 w 491"/>
              <a:gd name="T5" fmla="*/ 422 h 1482"/>
              <a:gd name="T6" fmla="*/ 406 w 491"/>
              <a:gd name="T7" fmla="*/ 1440 h 1482"/>
              <a:gd name="T8" fmla="*/ 448 w 491"/>
              <a:gd name="T9" fmla="*/ 1482 h 1482"/>
              <a:gd name="T10" fmla="*/ 491 w 491"/>
              <a:gd name="T11" fmla="*/ 1440 h 1482"/>
              <a:gd name="T12" fmla="*/ 491 w 491"/>
              <a:gd name="T13" fmla="*/ 299 h 1482"/>
              <a:gd name="T14" fmla="*/ 491 w 491"/>
              <a:gd name="T15" fmla="*/ 289 h 1482"/>
              <a:gd name="T16" fmla="*/ 485 w 491"/>
              <a:gd name="T17" fmla="*/ 226 h 1482"/>
              <a:gd name="T18" fmla="*/ 243 w 491"/>
              <a:gd name="T19" fmla="*/ 0 h 1482"/>
              <a:gd name="T20" fmla="*/ 0 w 491"/>
              <a:gd name="T21" fmla="*/ 243 h 1482"/>
              <a:gd name="T22" fmla="*/ 75 w 491"/>
              <a:gd name="T23" fmla="*/ 243 h 1482"/>
              <a:gd name="T24" fmla="*/ 243 w 491"/>
              <a:gd name="T25" fmla="*/ 75 h 1482"/>
              <a:gd name="T26" fmla="*/ 410 w 491"/>
              <a:gd name="T27" fmla="*/ 226 h 1482"/>
              <a:gd name="T28" fmla="*/ 406 w 491"/>
              <a:gd name="T29" fmla="*/ 283 h 1482"/>
              <a:gd name="T30" fmla="*/ 243 w 491"/>
              <a:gd name="T31" fmla="*/ 410 h 1482"/>
              <a:gd name="T32" fmla="*/ 75 w 491"/>
              <a:gd name="T33" fmla="*/ 243 h 1482"/>
            </a:gdLst>
            <a:ahLst/>
            <a:cxnLst/>
            <a:rect l="0" t="0" r="r" b="b"/>
            <a:pathLst>
              <a:path w="491" h="1482">
                <a:moveTo>
                  <a:pt x="0" y="243"/>
                </a:moveTo>
                <a:cubicBezTo>
                  <a:pt x="0" y="377"/>
                  <a:pt x="109" y="485"/>
                  <a:pt x="243" y="485"/>
                </a:cubicBezTo>
                <a:cubicBezTo>
                  <a:pt x="306" y="485"/>
                  <a:pt x="363" y="461"/>
                  <a:pt x="406" y="422"/>
                </a:cubicBezTo>
                <a:cubicBezTo>
                  <a:pt x="406" y="616"/>
                  <a:pt x="406" y="1419"/>
                  <a:pt x="406" y="1440"/>
                </a:cubicBezTo>
                <a:cubicBezTo>
                  <a:pt x="406" y="1463"/>
                  <a:pt x="425" y="1482"/>
                  <a:pt x="448" y="1482"/>
                </a:cubicBezTo>
                <a:cubicBezTo>
                  <a:pt x="472" y="1482"/>
                  <a:pt x="491" y="1463"/>
                  <a:pt x="491" y="1440"/>
                </a:cubicBezTo>
                <a:cubicBezTo>
                  <a:pt x="491" y="1414"/>
                  <a:pt x="491" y="533"/>
                  <a:pt x="491" y="299"/>
                </a:cubicBezTo>
                <a:cubicBezTo>
                  <a:pt x="491" y="295"/>
                  <a:pt x="491" y="292"/>
                  <a:pt x="491" y="289"/>
                </a:cubicBezTo>
                <a:cubicBezTo>
                  <a:pt x="490" y="266"/>
                  <a:pt x="485" y="226"/>
                  <a:pt x="485" y="226"/>
                </a:cubicBezTo>
                <a:cubicBezTo>
                  <a:pt x="476" y="100"/>
                  <a:pt x="371" y="0"/>
                  <a:pt x="243" y="0"/>
                </a:cubicBezTo>
                <a:cubicBezTo>
                  <a:pt x="109" y="0"/>
                  <a:pt x="0" y="109"/>
                  <a:pt x="0" y="243"/>
                </a:cubicBezTo>
                <a:moveTo>
                  <a:pt x="75" y="243"/>
                </a:moveTo>
                <a:cubicBezTo>
                  <a:pt x="75" y="150"/>
                  <a:pt x="150" y="75"/>
                  <a:pt x="243" y="75"/>
                </a:cubicBezTo>
                <a:cubicBezTo>
                  <a:pt x="330" y="75"/>
                  <a:pt x="402" y="141"/>
                  <a:pt x="410" y="226"/>
                </a:cubicBezTo>
                <a:cubicBezTo>
                  <a:pt x="410" y="226"/>
                  <a:pt x="412" y="250"/>
                  <a:pt x="406" y="283"/>
                </a:cubicBezTo>
                <a:cubicBezTo>
                  <a:pt x="388" y="356"/>
                  <a:pt x="322" y="410"/>
                  <a:pt x="243" y="410"/>
                </a:cubicBezTo>
                <a:cubicBezTo>
                  <a:pt x="150" y="410"/>
                  <a:pt x="75" y="335"/>
                  <a:pt x="75" y="243"/>
                </a:cubicBezTo>
              </a:path>
            </a:pathLst>
          </a:custGeom>
          <a:solidFill>
            <a:schemeClr val="accent1">
              <a:lumMod val="40000"/>
              <a:lumOff val="60000"/>
            </a:schemeClr>
          </a:solidFill>
          <a:ln cap="sq">
            <a:noFill/>
            <a:prstDash val="solid"/>
            <a:round/>
          </a:ln>
        </p:spPr>
        <p:txBody>
          <a:bodyPr vert="horz" wrap="square" lIns="121920" tIns="60960" rIns="121920" bIns="60960" rtlCol="0" anchor="t"/>
          <a:lstStyle/>
          <a:p>
            <a:pPr algn="l">
              <a:lnSpc>
                <a:spcPct val="110000"/>
              </a:lnSpc>
            </a:pPr>
            <a:endParaRPr kumimoji="1" lang="zh-CN" altLang="en-US"/>
          </a:p>
        </p:txBody>
      </p:sp>
      <p:sp>
        <p:nvSpPr>
          <p:cNvPr id="26" name="标题 1"/>
          <p:cNvSpPr txBox="1"/>
          <p:nvPr/>
        </p:nvSpPr>
        <p:spPr>
          <a:xfrm>
            <a:off x="3552459" y="4260720"/>
            <a:ext cx="582102" cy="605292"/>
          </a:xfrm>
          <a:custGeom>
            <a:avLst/>
            <a:gdLst>
              <a:gd name="connsiteX0" fmla="*/ 337768 w 1372282"/>
              <a:gd name="connsiteY0" fmla="*/ 1315328 h 1426949"/>
              <a:gd name="connsiteX1" fmla="*/ 530173 w 1372282"/>
              <a:gd name="connsiteY1" fmla="*/ 1315328 h 1426949"/>
              <a:gd name="connsiteX2" fmla="*/ 842109 w 1372282"/>
              <a:gd name="connsiteY2" fmla="*/ 1315328 h 1426949"/>
              <a:gd name="connsiteX3" fmla="*/ 1034514 w 1372282"/>
              <a:gd name="connsiteY3" fmla="*/ 1315328 h 1426949"/>
              <a:gd name="connsiteX4" fmla="*/ 1090325 w 1372282"/>
              <a:gd name="connsiteY4" fmla="*/ 1371139 h 1426949"/>
              <a:gd name="connsiteX5" fmla="*/ 1034514 w 1372282"/>
              <a:gd name="connsiteY5" fmla="*/ 1426949 h 1426949"/>
              <a:gd name="connsiteX6" fmla="*/ 842109 w 1372282"/>
              <a:gd name="connsiteY6" fmla="*/ 1426949 h 1426949"/>
              <a:gd name="connsiteX7" fmla="*/ 530173 w 1372282"/>
              <a:gd name="connsiteY7" fmla="*/ 1426949 h 1426949"/>
              <a:gd name="connsiteX8" fmla="*/ 337768 w 1372282"/>
              <a:gd name="connsiteY8" fmla="*/ 1426949 h 1426949"/>
              <a:gd name="connsiteX9" fmla="*/ 281957 w 1372282"/>
              <a:gd name="connsiteY9" fmla="*/ 1371139 h 1426949"/>
              <a:gd name="connsiteX10" fmla="*/ 337768 w 1372282"/>
              <a:gd name="connsiteY10" fmla="*/ 1315328 h 1426949"/>
              <a:gd name="connsiteX11" fmla="*/ 686154 w 1372282"/>
              <a:gd name="connsiteY11" fmla="*/ 111621 h 1426949"/>
              <a:gd name="connsiteX12" fmla="*/ 237624 w 1372282"/>
              <a:gd name="connsiteY12" fmla="*/ 560152 h 1426949"/>
              <a:gd name="connsiteX13" fmla="*/ 237624 w 1372282"/>
              <a:gd name="connsiteY13" fmla="*/ 985614 h 1426949"/>
              <a:gd name="connsiteX14" fmla="*/ 229252 w 1372282"/>
              <a:gd name="connsiteY14" fmla="*/ 1014822 h 1426949"/>
              <a:gd name="connsiteX15" fmla="*/ 155768 w 1372282"/>
              <a:gd name="connsiteY15" fmla="*/ 1134814 h 1426949"/>
              <a:gd name="connsiteX16" fmla="*/ 1214680 w 1372282"/>
              <a:gd name="connsiteY16" fmla="*/ 1134814 h 1426949"/>
              <a:gd name="connsiteX17" fmla="*/ 1143429 w 1372282"/>
              <a:gd name="connsiteY17" fmla="*/ 1023565 h 1426949"/>
              <a:gd name="connsiteX18" fmla="*/ 1134685 w 1372282"/>
              <a:gd name="connsiteY18" fmla="*/ 993428 h 1426949"/>
              <a:gd name="connsiteX19" fmla="*/ 1134685 w 1372282"/>
              <a:gd name="connsiteY19" fmla="*/ 560152 h 1426949"/>
              <a:gd name="connsiteX20" fmla="*/ 686154 w 1372282"/>
              <a:gd name="connsiteY20" fmla="*/ 111621 h 1426949"/>
              <a:gd name="connsiteX21" fmla="*/ 686154 w 1372282"/>
              <a:gd name="connsiteY21" fmla="*/ 0 h 1426949"/>
              <a:gd name="connsiteX22" fmla="*/ 903815 w 1372282"/>
              <a:gd name="connsiteY22" fmla="*/ 44276 h 1426949"/>
              <a:gd name="connsiteX23" fmla="*/ 1081851 w 1372282"/>
              <a:gd name="connsiteY23" fmla="*/ 164455 h 1426949"/>
              <a:gd name="connsiteX24" fmla="*/ 1202030 w 1372282"/>
              <a:gd name="connsiteY24" fmla="*/ 342491 h 1426949"/>
              <a:gd name="connsiteX25" fmla="*/ 1246306 w 1372282"/>
              <a:gd name="connsiteY25" fmla="*/ 560152 h 1426949"/>
              <a:gd name="connsiteX26" fmla="*/ 1246306 w 1372282"/>
              <a:gd name="connsiteY26" fmla="*/ 977243 h 1426949"/>
              <a:gd name="connsiteX27" fmla="*/ 1363508 w 1372282"/>
              <a:gd name="connsiteY27" fmla="*/ 1160487 h 1426949"/>
              <a:gd name="connsiteX28" fmla="*/ 1365369 w 1372282"/>
              <a:gd name="connsiteY28" fmla="*/ 1217414 h 1426949"/>
              <a:gd name="connsiteX29" fmla="*/ 1316628 w 1372282"/>
              <a:gd name="connsiteY29" fmla="*/ 1246436 h 1426949"/>
              <a:gd name="connsiteX30" fmla="*/ 55867 w 1372282"/>
              <a:gd name="connsiteY30" fmla="*/ 1246436 h 1426949"/>
              <a:gd name="connsiteX31" fmla="*/ 7126 w 1372282"/>
              <a:gd name="connsiteY31" fmla="*/ 1217786 h 1426949"/>
              <a:gd name="connsiteX32" fmla="*/ 8242 w 1372282"/>
              <a:gd name="connsiteY32" fmla="*/ 1161232 h 1426949"/>
              <a:gd name="connsiteX33" fmla="*/ 126002 w 1372282"/>
              <a:gd name="connsiteY33" fmla="*/ 969801 h 1426949"/>
              <a:gd name="connsiteX34" fmla="*/ 126002 w 1372282"/>
              <a:gd name="connsiteY34" fmla="*/ 560152 h 1426949"/>
              <a:gd name="connsiteX35" fmla="*/ 170279 w 1372282"/>
              <a:gd name="connsiteY35" fmla="*/ 342491 h 1426949"/>
              <a:gd name="connsiteX36" fmla="*/ 290458 w 1372282"/>
              <a:gd name="connsiteY36" fmla="*/ 164455 h 1426949"/>
              <a:gd name="connsiteX37" fmla="*/ 468493 w 1372282"/>
              <a:gd name="connsiteY37" fmla="*/ 44276 h 1426949"/>
              <a:gd name="connsiteX38" fmla="*/ 686154 w 1372282"/>
              <a:gd name="connsiteY38" fmla="*/ 0 h 1426949"/>
            </a:gdLst>
            <a:ahLst/>
            <a:cxnLst/>
            <a:rect l="l" t="t" r="r" b="b"/>
            <a:pathLst>
              <a:path w="1372282" h="1426949">
                <a:moveTo>
                  <a:pt x="337768" y="1315328"/>
                </a:moveTo>
                <a:lnTo>
                  <a:pt x="530173" y="1315328"/>
                </a:lnTo>
                <a:lnTo>
                  <a:pt x="842109" y="1315328"/>
                </a:lnTo>
                <a:lnTo>
                  <a:pt x="1034514" y="1315328"/>
                </a:lnTo>
                <a:cubicBezTo>
                  <a:pt x="1065396" y="1315328"/>
                  <a:pt x="1090325" y="1340257"/>
                  <a:pt x="1090325" y="1371139"/>
                </a:cubicBezTo>
                <a:cubicBezTo>
                  <a:pt x="1090325" y="1402021"/>
                  <a:pt x="1065210" y="1426949"/>
                  <a:pt x="1034514" y="1426949"/>
                </a:cubicBezTo>
                <a:lnTo>
                  <a:pt x="842109" y="1426949"/>
                </a:lnTo>
                <a:lnTo>
                  <a:pt x="530173" y="1426949"/>
                </a:lnTo>
                <a:lnTo>
                  <a:pt x="337768" y="1426949"/>
                </a:lnTo>
                <a:cubicBezTo>
                  <a:pt x="306886" y="1426949"/>
                  <a:pt x="281957" y="1402021"/>
                  <a:pt x="281957" y="1371139"/>
                </a:cubicBezTo>
                <a:cubicBezTo>
                  <a:pt x="281957" y="1340257"/>
                  <a:pt x="306886" y="1315328"/>
                  <a:pt x="337768" y="1315328"/>
                </a:cubicBezTo>
                <a:close/>
                <a:moveTo>
                  <a:pt x="686154" y="111621"/>
                </a:moveTo>
                <a:cubicBezTo>
                  <a:pt x="438914" y="111621"/>
                  <a:pt x="237624" y="312725"/>
                  <a:pt x="237624" y="560152"/>
                </a:cubicBezTo>
                <a:lnTo>
                  <a:pt x="237624" y="985614"/>
                </a:lnTo>
                <a:cubicBezTo>
                  <a:pt x="237624" y="996032"/>
                  <a:pt x="234833" y="1006078"/>
                  <a:pt x="229252" y="1014822"/>
                </a:cubicBezTo>
                <a:lnTo>
                  <a:pt x="155768" y="1134814"/>
                </a:lnTo>
                <a:lnTo>
                  <a:pt x="1214680" y="1134814"/>
                </a:lnTo>
                <a:lnTo>
                  <a:pt x="1143429" y="1023565"/>
                </a:lnTo>
                <a:cubicBezTo>
                  <a:pt x="1137662" y="1014636"/>
                  <a:pt x="1134685" y="1004218"/>
                  <a:pt x="1134685" y="993428"/>
                </a:cubicBezTo>
                <a:lnTo>
                  <a:pt x="1134685" y="560152"/>
                </a:lnTo>
                <a:cubicBezTo>
                  <a:pt x="1134685" y="312911"/>
                  <a:pt x="933581" y="111621"/>
                  <a:pt x="686154" y="111621"/>
                </a:cubicBezTo>
                <a:close/>
                <a:moveTo>
                  <a:pt x="686154" y="0"/>
                </a:moveTo>
                <a:cubicBezTo>
                  <a:pt x="761499" y="0"/>
                  <a:pt x="834610" y="14883"/>
                  <a:pt x="903815" y="44276"/>
                </a:cubicBezTo>
                <a:cubicBezTo>
                  <a:pt x="970416" y="72554"/>
                  <a:pt x="1030319" y="113109"/>
                  <a:pt x="1081851" y="164455"/>
                </a:cubicBezTo>
                <a:cubicBezTo>
                  <a:pt x="1133383" y="215987"/>
                  <a:pt x="1173753" y="275890"/>
                  <a:pt x="1202030" y="342491"/>
                </a:cubicBezTo>
                <a:cubicBezTo>
                  <a:pt x="1231423" y="411510"/>
                  <a:pt x="1246306" y="484808"/>
                  <a:pt x="1246306" y="560152"/>
                </a:cubicBezTo>
                <a:lnTo>
                  <a:pt x="1246306" y="977243"/>
                </a:lnTo>
                <a:lnTo>
                  <a:pt x="1363508" y="1160487"/>
                </a:lnTo>
                <a:cubicBezTo>
                  <a:pt x="1374484" y="1177603"/>
                  <a:pt x="1375229" y="1199555"/>
                  <a:pt x="1365369" y="1217414"/>
                </a:cubicBezTo>
                <a:cubicBezTo>
                  <a:pt x="1355695" y="1235273"/>
                  <a:pt x="1336905" y="1246436"/>
                  <a:pt x="1316628" y="1246436"/>
                </a:cubicBezTo>
                <a:lnTo>
                  <a:pt x="55867" y="1246436"/>
                </a:lnTo>
                <a:cubicBezTo>
                  <a:pt x="35589" y="1246436"/>
                  <a:pt x="16986" y="1235460"/>
                  <a:pt x="7126" y="1217786"/>
                </a:cubicBezTo>
                <a:cubicBezTo>
                  <a:pt x="-2734" y="1200113"/>
                  <a:pt x="-2362" y="1178533"/>
                  <a:pt x="8242" y="1161232"/>
                </a:cubicBezTo>
                <a:lnTo>
                  <a:pt x="126002" y="969801"/>
                </a:lnTo>
                <a:lnTo>
                  <a:pt x="126002" y="560152"/>
                </a:lnTo>
                <a:cubicBezTo>
                  <a:pt x="126002" y="484808"/>
                  <a:pt x="140885" y="411696"/>
                  <a:pt x="170279" y="342491"/>
                </a:cubicBezTo>
                <a:cubicBezTo>
                  <a:pt x="198556" y="275890"/>
                  <a:pt x="239112" y="215987"/>
                  <a:pt x="290458" y="164455"/>
                </a:cubicBezTo>
                <a:cubicBezTo>
                  <a:pt x="341803" y="112923"/>
                  <a:pt x="401893" y="72554"/>
                  <a:pt x="468493" y="44276"/>
                </a:cubicBezTo>
                <a:cubicBezTo>
                  <a:pt x="537512" y="14883"/>
                  <a:pt x="610810" y="0"/>
                  <a:pt x="686154" y="0"/>
                </a:cubicBezTo>
                <a:close/>
              </a:path>
            </a:pathLst>
          </a:custGeom>
          <a:solidFill>
            <a:schemeClr val="accent1">
              <a:lumMod val="40000"/>
              <a:lumOff val="60000"/>
            </a:schemeClr>
          </a:solidFill>
          <a:ln cap="sq">
            <a:noFill/>
            <a:prstDash val="solid"/>
            <a:round/>
          </a:ln>
        </p:spPr>
        <p:txBody>
          <a:bodyPr vert="horz" wrap="square" lIns="121920" tIns="60960" rIns="121920" bIns="60960" rtlCol="0" anchor="t"/>
          <a:lstStyle/>
          <a:p>
            <a:pPr algn="l">
              <a:lnSpc>
                <a:spcPct val="110000"/>
              </a:lnSpc>
            </a:pPr>
            <a:endParaRPr kumimoji="1" lang="zh-CN" alt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表格 1"/>
          <p:cNvGraphicFramePr/>
          <p:nvPr/>
        </p:nvGraphicFramePr>
        <p:xfrm>
          <a:off x="1828800" y="2095500"/>
          <a:ext cx="8534400" cy="2667000"/>
        </p:xfrm>
        <a:graphic>
          <a:graphicData uri="http://schemas.openxmlformats.org/drawingml/2006/table">
            <a:tbl>
              <a:tblPr firstRow="1" bandRow="1">
                <a:tableStyleId>{5C22544A-7EE6-4342-B048-85BDC9FD1C3A}</a:tableStyleId>
              </a:tblPr>
              <a:tblGrid>
                <a:gridCol w="3225800">
                  <a:extLst>
                    <a:ext uri="{9D8B030D-6E8A-4147-A177-3AD203B41FA5}">
                      <a16:colId xmlns:a16="http://schemas.microsoft.com/office/drawing/2014/main" val="20000"/>
                    </a:ext>
                  </a:extLst>
                </a:gridCol>
                <a:gridCol w="1041400">
                  <a:extLst>
                    <a:ext uri="{9D8B030D-6E8A-4147-A177-3AD203B41FA5}">
                      <a16:colId xmlns:a16="http://schemas.microsoft.com/office/drawing/2014/main" val="20001"/>
                    </a:ext>
                  </a:extLst>
                </a:gridCol>
                <a:gridCol w="2133600">
                  <a:extLst>
                    <a:ext uri="{9D8B030D-6E8A-4147-A177-3AD203B41FA5}">
                      <a16:colId xmlns:a16="http://schemas.microsoft.com/office/drawing/2014/main" val="20002"/>
                    </a:ext>
                  </a:extLst>
                </a:gridCol>
                <a:gridCol w="2133600">
                  <a:extLst>
                    <a:ext uri="{9D8B030D-6E8A-4147-A177-3AD203B41FA5}">
                      <a16:colId xmlns:a16="http://schemas.microsoft.com/office/drawing/2014/main" val="20003"/>
                    </a:ext>
                  </a:extLst>
                </a:gridCol>
              </a:tblGrid>
              <a:tr h="381000">
                <a:tc>
                  <a:txBody>
                    <a:bodyPr/>
                    <a:lstStyle/>
                    <a:p>
                      <a:pPr algn="ctr">
                        <a:buNone/>
                      </a:pPr>
                      <a:r>
                        <a:rPr lang="en-US" altLang="zh-CN"/>
                        <a:t>Model</a:t>
                      </a:r>
                    </a:p>
                  </a:txBody>
                  <a:tcPr/>
                </a:tc>
                <a:tc>
                  <a:txBody>
                    <a:bodyPr/>
                    <a:lstStyle/>
                    <a:p>
                      <a:pPr algn="ctr">
                        <a:buNone/>
                      </a:pPr>
                      <a:r>
                        <a:rPr lang="en-US" altLang="zh-CN"/>
                        <a:t>Threshold</a:t>
                      </a:r>
                    </a:p>
                  </a:txBody>
                  <a:tcPr/>
                </a:tc>
                <a:tc>
                  <a:txBody>
                    <a:bodyPr/>
                    <a:lstStyle/>
                    <a:p>
                      <a:pPr algn="ctr">
                        <a:buNone/>
                      </a:pPr>
                      <a:r>
                        <a:rPr lang="en-US" altLang="zh-CN"/>
                        <a:t>Offline-SN-wise-Score</a:t>
                      </a:r>
                    </a:p>
                  </a:txBody>
                  <a:tcPr/>
                </a:tc>
                <a:tc>
                  <a:txBody>
                    <a:bodyPr/>
                    <a:lstStyle/>
                    <a:p>
                      <a:pPr algn="ctr">
                        <a:buNone/>
                      </a:pPr>
                      <a:r>
                        <a:rPr lang="en-US" altLang="zh-CN"/>
                        <a:t>LeaderBorad-Score</a:t>
                      </a:r>
                    </a:p>
                  </a:txBody>
                  <a:tcPr/>
                </a:tc>
                <a:extLst>
                  <a:ext uri="{0D108BD9-81ED-4DB2-BD59-A6C34878D82A}">
                    <a16:rowId xmlns:a16="http://schemas.microsoft.com/office/drawing/2014/main" val="10000"/>
                  </a:ext>
                </a:extLst>
              </a:tr>
              <a:tr h="381000">
                <a:tc>
                  <a:txBody>
                    <a:bodyPr/>
                    <a:lstStyle/>
                    <a:p>
                      <a:pPr algn="ctr">
                        <a:buNone/>
                      </a:pPr>
                      <a:r>
                        <a:rPr lang="en-US" altLang="zh-CN"/>
                        <a:t>LightGBM</a:t>
                      </a:r>
                    </a:p>
                  </a:txBody>
                  <a:tcPr/>
                </a:tc>
                <a:tc>
                  <a:txBody>
                    <a:bodyPr/>
                    <a:lstStyle/>
                    <a:p>
                      <a:pPr algn="ctr">
                        <a:buNone/>
                      </a:pPr>
                      <a:r>
                        <a:rPr lang="en-US" altLang="zh-CN"/>
                        <a:t>0.5</a:t>
                      </a:r>
                    </a:p>
                  </a:txBody>
                  <a:tcPr/>
                </a:tc>
                <a:tc>
                  <a:txBody>
                    <a:bodyPr/>
                    <a:lstStyle/>
                    <a:p>
                      <a:pPr algn="ctr">
                        <a:buNone/>
                      </a:pPr>
                      <a:r>
                        <a:rPr lang="en-US" altLang="zh-CN"/>
                        <a:t>0.2747</a:t>
                      </a:r>
                    </a:p>
                  </a:txBody>
                  <a:tcPr/>
                </a:tc>
                <a:tc>
                  <a:txBody>
                    <a:bodyPr/>
                    <a:lstStyle/>
                    <a:p>
                      <a:pPr algn="ctr">
                        <a:buNone/>
                      </a:pPr>
                      <a:r>
                        <a:rPr lang="en-US" altLang="zh-CN"/>
                        <a:t>0.2350</a:t>
                      </a:r>
                    </a:p>
                  </a:txBody>
                  <a:tcPr/>
                </a:tc>
                <a:extLst>
                  <a:ext uri="{0D108BD9-81ED-4DB2-BD59-A6C34878D82A}">
                    <a16:rowId xmlns:a16="http://schemas.microsoft.com/office/drawing/2014/main" val="10001"/>
                  </a:ext>
                </a:extLst>
              </a:tr>
              <a:tr h="381000">
                <a:tc>
                  <a:txBody>
                    <a:bodyPr/>
                    <a:lstStyle/>
                    <a:p>
                      <a:pPr algn="ctr">
                        <a:buNone/>
                      </a:pPr>
                      <a:r>
                        <a:rPr lang="en-US" altLang="zh-CN"/>
                        <a:t>XGBoost</a:t>
                      </a:r>
                    </a:p>
                  </a:txBody>
                  <a:tcPr/>
                </a:tc>
                <a:tc>
                  <a:txBody>
                    <a:bodyPr/>
                    <a:lstStyle/>
                    <a:p>
                      <a:pPr algn="ctr">
                        <a:buNone/>
                      </a:pPr>
                      <a:r>
                        <a:rPr lang="en-US" altLang="zh-CN"/>
                        <a:t>0.5</a:t>
                      </a:r>
                    </a:p>
                  </a:txBody>
                  <a:tcPr/>
                </a:tc>
                <a:tc>
                  <a:txBody>
                    <a:bodyPr/>
                    <a:lstStyle/>
                    <a:p>
                      <a:pPr algn="ctr">
                        <a:buNone/>
                      </a:pPr>
                      <a:r>
                        <a:rPr lang="en-US" altLang="zh-CN"/>
                        <a:t>0.2729</a:t>
                      </a:r>
                    </a:p>
                  </a:txBody>
                  <a:tcPr/>
                </a:tc>
                <a:tc>
                  <a:txBody>
                    <a:bodyPr/>
                    <a:lstStyle/>
                    <a:p>
                      <a:pPr algn="ctr">
                        <a:buNone/>
                      </a:pPr>
                      <a:r>
                        <a:rPr lang="en-US" altLang="zh-CN"/>
                        <a:t>0.2295</a:t>
                      </a:r>
                    </a:p>
                  </a:txBody>
                  <a:tcPr/>
                </a:tc>
                <a:extLst>
                  <a:ext uri="{0D108BD9-81ED-4DB2-BD59-A6C34878D82A}">
                    <a16:rowId xmlns:a16="http://schemas.microsoft.com/office/drawing/2014/main" val="10002"/>
                  </a:ext>
                </a:extLst>
              </a:tr>
              <a:tr h="381000">
                <a:tc>
                  <a:txBody>
                    <a:bodyPr/>
                    <a:lstStyle/>
                    <a:p>
                      <a:pPr algn="ctr">
                        <a:buNone/>
                      </a:pPr>
                      <a:r>
                        <a:rPr lang="en-US" altLang="zh-CN"/>
                        <a:t>CatBoost</a:t>
                      </a:r>
                    </a:p>
                  </a:txBody>
                  <a:tcPr/>
                </a:tc>
                <a:tc>
                  <a:txBody>
                    <a:bodyPr/>
                    <a:lstStyle/>
                    <a:p>
                      <a:pPr algn="ctr">
                        <a:buNone/>
                      </a:pPr>
                      <a:r>
                        <a:rPr lang="en-US" altLang="zh-CN"/>
                        <a:t>0.4</a:t>
                      </a:r>
                    </a:p>
                  </a:txBody>
                  <a:tcPr/>
                </a:tc>
                <a:tc>
                  <a:txBody>
                    <a:bodyPr/>
                    <a:lstStyle/>
                    <a:p>
                      <a:pPr algn="ctr">
                        <a:buNone/>
                      </a:pPr>
                      <a:r>
                        <a:rPr lang="en-US" altLang="zh-CN"/>
                        <a:t>0.2610</a:t>
                      </a:r>
                    </a:p>
                  </a:txBody>
                  <a:tcPr/>
                </a:tc>
                <a:tc>
                  <a:txBody>
                    <a:bodyPr/>
                    <a:lstStyle/>
                    <a:p>
                      <a:pPr algn="ctr">
                        <a:buNone/>
                      </a:pPr>
                      <a:r>
                        <a:rPr lang="en-US" altLang="zh-CN"/>
                        <a:t>0.2325</a:t>
                      </a:r>
                    </a:p>
                  </a:txBody>
                  <a:tcPr/>
                </a:tc>
                <a:extLst>
                  <a:ext uri="{0D108BD9-81ED-4DB2-BD59-A6C34878D82A}">
                    <a16:rowId xmlns:a16="http://schemas.microsoft.com/office/drawing/2014/main" val="10003"/>
                  </a:ext>
                </a:extLst>
              </a:tr>
              <a:tr h="381000">
                <a:tc>
                  <a:txBody>
                    <a:bodyPr/>
                    <a:lstStyle/>
                    <a:p>
                      <a:pPr algn="ctr">
                        <a:buNone/>
                      </a:pPr>
                      <a:r>
                        <a:rPr lang="en-US" altLang="zh-CN"/>
                        <a:t>Ensemble Models</a:t>
                      </a:r>
                    </a:p>
                  </a:txBody>
                  <a:tcPr/>
                </a:tc>
                <a:tc>
                  <a:txBody>
                    <a:bodyPr/>
                    <a:lstStyle/>
                    <a:p>
                      <a:pPr algn="ctr">
                        <a:buNone/>
                      </a:pPr>
                      <a:r>
                        <a:rPr lang="en-US" altLang="zh-CN"/>
                        <a:t>0.4</a:t>
                      </a:r>
                    </a:p>
                  </a:txBody>
                  <a:tcPr/>
                </a:tc>
                <a:tc>
                  <a:txBody>
                    <a:bodyPr/>
                    <a:lstStyle/>
                    <a:p>
                      <a:pPr algn="ctr">
                        <a:buNone/>
                      </a:pPr>
                      <a:r>
                        <a:rPr lang="en-US" altLang="zh-CN"/>
                        <a:t>0.2881</a:t>
                      </a:r>
                    </a:p>
                  </a:txBody>
                  <a:tcPr/>
                </a:tc>
                <a:tc>
                  <a:txBody>
                    <a:bodyPr/>
                    <a:lstStyle/>
                    <a:p>
                      <a:pPr algn="ctr">
                        <a:buNone/>
                      </a:pPr>
                      <a:r>
                        <a:rPr lang="en-US" altLang="zh-CN"/>
                        <a:t>0.2436</a:t>
                      </a:r>
                    </a:p>
                  </a:txBody>
                  <a:tcPr/>
                </a:tc>
                <a:extLst>
                  <a:ext uri="{0D108BD9-81ED-4DB2-BD59-A6C34878D82A}">
                    <a16:rowId xmlns:a16="http://schemas.microsoft.com/office/drawing/2014/main" val="10004"/>
                  </a:ext>
                </a:extLst>
              </a:tr>
              <a:tr h="381000">
                <a:tc>
                  <a:txBody>
                    <a:bodyPr/>
                    <a:lstStyle/>
                    <a:p>
                      <a:pPr algn="ctr">
                        <a:buNone/>
                      </a:pPr>
                      <a:r>
                        <a:rPr lang="en-US" altLang="zh-CN"/>
                        <a:t>Ensemble Models and NegSamples * 3</a:t>
                      </a:r>
                    </a:p>
                  </a:txBody>
                  <a:tcPr/>
                </a:tc>
                <a:tc>
                  <a:txBody>
                    <a:bodyPr/>
                    <a:lstStyle/>
                    <a:p>
                      <a:pPr algn="ctr">
                        <a:buNone/>
                      </a:pPr>
                      <a:r>
                        <a:rPr lang="en-US" altLang="zh-CN"/>
                        <a:t>0.4</a:t>
                      </a:r>
                    </a:p>
                  </a:txBody>
                  <a:tcPr/>
                </a:tc>
                <a:tc>
                  <a:txBody>
                    <a:bodyPr/>
                    <a:lstStyle/>
                    <a:p>
                      <a:pPr algn="ctr">
                        <a:buNone/>
                      </a:pPr>
                      <a:r>
                        <a:rPr lang="en-US" altLang="zh-CN"/>
                        <a:t>0.2912</a:t>
                      </a:r>
                    </a:p>
                  </a:txBody>
                  <a:tcPr/>
                </a:tc>
                <a:tc>
                  <a:txBody>
                    <a:bodyPr/>
                    <a:lstStyle/>
                    <a:p>
                      <a:pPr algn="ctr">
                        <a:buNone/>
                      </a:pPr>
                      <a:r>
                        <a:rPr lang="en-US" altLang="zh-CN"/>
                        <a:t>0.2537</a:t>
                      </a:r>
                    </a:p>
                  </a:txBody>
                  <a:tcPr/>
                </a:tc>
                <a:extLst>
                  <a:ext uri="{0D108BD9-81ED-4DB2-BD59-A6C34878D82A}">
                    <a16:rowId xmlns:a16="http://schemas.microsoft.com/office/drawing/2014/main" val="10005"/>
                  </a:ext>
                </a:extLst>
              </a:tr>
              <a:tr h="381000">
                <a:tc>
                  <a:txBody>
                    <a:bodyPr/>
                    <a:lstStyle/>
                    <a:p>
                      <a:pPr algn="ctr">
                        <a:buNone/>
                      </a:pPr>
                      <a:r>
                        <a:rPr lang="en-US" altLang="zh-CN" sz="1350">
                          <a:sym typeface="+mn-ea"/>
                        </a:rPr>
                        <a:t>Ensemble Models and NegSamples * 5</a:t>
                      </a:r>
                      <a:endParaRPr lang="zh-CN" altLang="en-US"/>
                    </a:p>
                  </a:txBody>
                  <a:tcPr/>
                </a:tc>
                <a:tc>
                  <a:txBody>
                    <a:bodyPr/>
                    <a:lstStyle/>
                    <a:p>
                      <a:pPr algn="ctr">
                        <a:buNone/>
                      </a:pPr>
                      <a:r>
                        <a:rPr lang="en-US" altLang="zh-CN"/>
                        <a:t>0.4</a:t>
                      </a:r>
                    </a:p>
                  </a:txBody>
                  <a:tcPr/>
                </a:tc>
                <a:tc>
                  <a:txBody>
                    <a:bodyPr/>
                    <a:lstStyle/>
                    <a:p>
                      <a:pPr algn="ctr">
                        <a:buNone/>
                      </a:pPr>
                      <a:r>
                        <a:rPr lang="en-US" altLang="zh-CN"/>
                        <a:t>0.2955</a:t>
                      </a:r>
                    </a:p>
                  </a:txBody>
                  <a:tcPr/>
                </a:tc>
                <a:tc>
                  <a:txBody>
                    <a:bodyPr/>
                    <a:lstStyle/>
                    <a:p>
                      <a:pPr algn="ctr">
                        <a:buNone/>
                      </a:pPr>
                      <a:r>
                        <a:rPr lang="en-US" altLang="zh-CN"/>
                        <a:t>0.2522</a:t>
                      </a:r>
                    </a:p>
                  </a:txBody>
                  <a:tcPr/>
                </a:tc>
                <a:extLst>
                  <a:ext uri="{0D108BD9-81ED-4DB2-BD59-A6C34878D82A}">
                    <a16:rowId xmlns:a16="http://schemas.microsoft.com/office/drawing/2014/main" val="10006"/>
                  </a:ext>
                </a:extLst>
              </a:tr>
            </a:tbl>
          </a:graphicData>
        </a:graphic>
      </p:graphicFrame>
      <p:sp>
        <p:nvSpPr>
          <p:cNvPr id="48" name="标题 1"/>
          <p:cNvSpPr txBox="1"/>
          <p:nvPr/>
        </p:nvSpPr>
        <p:spPr>
          <a:xfrm>
            <a:off x="781050" y="406540"/>
            <a:ext cx="10671175" cy="468000"/>
          </a:xfrm>
          <a:prstGeom prst="rect">
            <a:avLst/>
          </a:prstGeom>
          <a:noFill/>
          <a:ln>
            <a:noFill/>
          </a:ln>
        </p:spPr>
        <p:txBody>
          <a:bodyPr vert="horz" wrap="square" lIns="0" tIns="0" rIns="0" bIns="0" rtlCol="0" anchor="ctr"/>
          <a:lstStyle/>
          <a:p>
            <a:pPr algn="l">
              <a:lnSpc>
                <a:spcPct val="110000"/>
              </a:lnSpc>
            </a:pPr>
            <a:r>
              <a:rPr kumimoji="1" lang="en-US" altLang="zh-CN" sz="2800">
                <a:ln w="12700">
                  <a:noFill/>
                </a:ln>
                <a:solidFill>
                  <a:srgbClr val="262626">
                    <a:alpha val="100000"/>
                  </a:srgbClr>
                </a:solidFill>
                <a:latin typeface="Source Han Sans CN Bold" panose="020B0800000000000000" charset="-122"/>
                <a:ea typeface="Source Han Sans CN Bold" panose="020B0800000000000000" charset="-122"/>
                <a:cs typeface="Source Han Sans CN Bold" panose="020B0800000000000000" charset="-122"/>
              </a:rPr>
              <a:t>Submit Results</a:t>
            </a:r>
            <a:endParaRPr kumimoji="1" lang="zh-CN" altLang="en-US"/>
          </a:p>
        </p:txBody>
      </p:sp>
      <p:sp>
        <p:nvSpPr>
          <p:cNvPr id="49" name="标题 1"/>
          <p:cNvSpPr txBox="1"/>
          <p:nvPr/>
        </p:nvSpPr>
        <p:spPr>
          <a:xfrm>
            <a:off x="469900" y="0"/>
            <a:ext cx="190500" cy="1028700"/>
          </a:xfrm>
          <a:prstGeom prst="rect">
            <a:avLst/>
          </a:prstGeom>
          <a:solidFill>
            <a:schemeClr val="accent1"/>
          </a:solidFill>
          <a:ln w="12700" cap="sq">
            <a:noFill/>
            <a:miter/>
          </a:ln>
        </p:spPr>
        <p:txBody>
          <a:bodyPr vert="horz" wrap="square" lIns="91440" tIns="45720" rIns="91440" bIns="45720" rtlCol="0" anchor="ctr"/>
          <a:lstStyle/>
          <a:p>
            <a:pPr algn="ctr">
              <a:lnSpc>
                <a:spcPct val="110000"/>
              </a:lnSpc>
            </a:pPr>
            <a:endParaRPr kumimoji="1" lang="zh-CN" altLang="en-US"/>
          </a:p>
        </p:txBody>
      </p:sp>
      <p:sp>
        <p:nvSpPr>
          <p:cNvPr id="50" name="标题 1"/>
          <p:cNvSpPr txBox="1"/>
          <p:nvPr/>
        </p:nvSpPr>
        <p:spPr>
          <a:xfrm>
            <a:off x="196850" y="0"/>
            <a:ext cx="190500" cy="1028700"/>
          </a:xfrm>
          <a:prstGeom prst="rect">
            <a:avLst/>
          </a:prstGeom>
          <a:solidFill>
            <a:schemeClr val="accent1"/>
          </a:solidFill>
          <a:ln w="12700" cap="sq">
            <a:noFill/>
            <a:miter/>
          </a:ln>
        </p:spPr>
        <p:txBody>
          <a:bodyPr vert="horz" wrap="square" lIns="91440" tIns="45720" rIns="91440" bIns="45720" rtlCol="0" anchor="ctr"/>
          <a:lstStyle/>
          <a:p>
            <a:pPr algn="ctr">
              <a:lnSpc>
                <a:spcPct val="110000"/>
              </a:lnSpc>
            </a:pPr>
            <a:endParaRPr kumimoji="1" lang="zh-CN" alt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椭圆 2"/>
          <p:cNvSpPr/>
          <p:nvPr/>
        </p:nvSpPr>
        <p:spPr>
          <a:xfrm>
            <a:off x="1412399" y="1717992"/>
            <a:ext cx="2394908" cy="2394908"/>
          </a:xfrm>
          <a:prstGeom prst="ellipse">
            <a:avLst/>
          </a:prstGeom>
          <a:solidFill>
            <a:schemeClr val="accent1"/>
          </a:solidFill>
          <a:ln>
            <a:noFill/>
          </a:ln>
          <a:effectLst>
            <a:outerShdw blurRad="101600" dist="1016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noAutofit/>
          </a:bodyPr>
          <a:lstStyle/>
          <a:p>
            <a:pPr algn="ctr"/>
            <a:endParaRPr lang="zh-CN" altLang="en-US" sz="2400"/>
          </a:p>
        </p:txBody>
      </p:sp>
      <p:sp>
        <p:nvSpPr>
          <p:cNvPr id="4" name="矩形 3"/>
          <p:cNvSpPr/>
          <p:nvPr/>
        </p:nvSpPr>
        <p:spPr>
          <a:xfrm>
            <a:off x="4114038" y="1752359"/>
            <a:ext cx="3616696" cy="830997"/>
          </a:xfrm>
          <a:prstGeom prst="rect">
            <a:avLst/>
          </a:prstGeom>
        </p:spPr>
        <p:txBody>
          <a:bodyPr wrap="none">
            <a:spAutoFit/>
          </a:bodyPr>
          <a:lstStyle/>
          <a:p>
            <a:r>
              <a:rPr lang="en-US" altLang="zh-CN" sz="4800" b="1" kern="100" dirty="0">
                <a:solidFill>
                  <a:schemeClr val="accent1"/>
                </a:solidFill>
                <a:latin typeface="+mn-ea"/>
                <a:cs typeface="Times New Roman" panose="02020503050405090304" pitchFamily="18" charset="0"/>
              </a:rPr>
              <a:t>Conclusions</a:t>
            </a:r>
          </a:p>
        </p:txBody>
      </p:sp>
      <p:grpSp>
        <p:nvGrpSpPr>
          <p:cNvPr id="13" name="组合 12"/>
          <p:cNvGrpSpPr/>
          <p:nvPr/>
        </p:nvGrpSpPr>
        <p:grpSpPr>
          <a:xfrm>
            <a:off x="1856805" y="2215665"/>
            <a:ext cx="1487548" cy="1487548"/>
            <a:chOff x="2473104" y="2145028"/>
            <a:chExt cx="359165" cy="359165"/>
          </a:xfrm>
          <a:solidFill>
            <a:sysClr val="window" lastClr="FFFFFF"/>
          </a:solidFill>
        </p:grpSpPr>
        <p:sp>
          <p:nvSpPr>
            <p:cNvPr id="14" name="AutoShape 126"/>
            <p:cNvSpPr/>
            <p:nvPr/>
          </p:nvSpPr>
          <p:spPr bwMode="auto">
            <a:xfrm>
              <a:off x="2473104" y="2145028"/>
              <a:ext cx="359165" cy="359165"/>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13499" y="14850"/>
                  </a:moveTo>
                  <a:cubicBezTo>
                    <a:pt x="9772" y="14850"/>
                    <a:pt x="6749" y="11827"/>
                    <a:pt x="6749" y="8100"/>
                  </a:cubicBezTo>
                  <a:cubicBezTo>
                    <a:pt x="6749" y="4372"/>
                    <a:pt x="9772" y="1350"/>
                    <a:pt x="13499" y="1350"/>
                  </a:cubicBezTo>
                  <a:cubicBezTo>
                    <a:pt x="17227" y="1350"/>
                    <a:pt x="20249" y="4372"/>
                    <a:pt x="20249" y="8100"/>
                  </a:cubicBezTo>
                  <a:cubicBezTo>
                    <a:pt x="20249" y="11827"/>
                    <a:pt x="17227" y="14850"/>
                    <a:pt x="13499" y="14850"/>
                  </a:cubicBezTo>
                  <a:moveTo>
                    <a:pt x="3236" y="20042"/>
                  </a:moveTo>
                  <a:cubicBezTo>
                    <a:pt x="3019" y="20266"/>
                    <a:pt x="2718" y="20408"/>
                    <a:pt x="2382" y="20408"/>
                  </a:cubicBezTo>
                  <a:cubicBezTo>
                    <a:pt x="1724" y="20408"/>
                    <a:pt x="1191" y="19875"/>
                    <a:pt x="1191" y="19218"/>
                  </a:cubicBezTo>
                  <a:cubicBezTo>
                    <a:pt x="1191" y="18881"/>
                    <a:pt x="1332" y="18580"/>
                    <a:pt x="1557" y="18363"/>
                  </a:cubicBezTo>
                  <a:lnTo>
                    <a:pt x="1551" y="18358"/>
                  </a:lnTo>
                  <a:lnTo>
                    <a:pt x="6996" y="12913"/>
                  </a:lnTo>
                  <a:cubicBezTo>
                    <a:pt x="7472" y="13555"/>
                    <a:pt x="8039" y="14122"/>
                    <a:pt x="8680" y="14599"/>
                  </a:cubicBezTo>
                  <a:cubicBezTo>
                    <a:pt x="8680" y="14599"/>
                    <a:pt x="3236" y="20042"/>
                    <a:pt x="3236" y="20042"/>
                  </a:cubicBezTo>
                  <a:close/>
                  <a:moveTo>
                    <a:pt x="13499" y="0"/>
                  </a:moveTo>
                  <a:cubicBezTo>
                    <a:pt x="9026" y="0"/>
                    <a:pt x="5399" y="3626"/>
                    <a:pt x="5399" y="8100"/>
                  </a:cubicBezTo>
                  <a:cubicBezTo>
                    <a:pt x="5399" y="9467"/>
                    <a:pt x="5742" y="10754"/>
                    <a:pt x="6341" y="11884"/>
                  </a:cubicBezTo>
                  <a:lnTo>
                    <a:pt x="709" y="17515"/>
                  </a:lnTo>
                  <a:lnTo>
                    <a:pt x="713" y="17520"/>
                  </a:lnTo>
                  <a:cubicBezTo>
                    <a:pt x="274" y="17953"/>
                    <a:pt x="0" y="18552"/>
                    <a:pt x="0" y="19218"/>
                  </a:cubicBezTo>
                  <a:cubicBezTo>
                    <a:pt x="0" y="20533"/>
                    <a:pt x="1066" y="21599"/>
                    <a:pt x="2382" y="21599"/>
                  </a:cubicBezTo>
                  <a:cubicBezTo>
                    <a:pt x="3047" y="21599"/>
                    <a:pt x="3647" y="21326"/>
                    <a:pt x="4079" y="20885"/>
                  </a:cubicBezTo>
                  <a:lnTo>
                    <a:pt x="4078" y="20884"/>
                  </a:lnTo>
                  <a:lnTo>
                    <a:pt x="9708" y="15255"/>
                  </a:lnTo>
                  <a:cubicBezTo>
                    <a:pt x="10839" y="15856"/>
                    <a:pt x="12128" y="16200"/>
                    <a:pt x="13499" y="16200"/>
                  </a:cubicBezTo>
                  <a:cubicBezTo>
                    <a:pt x="17973" y="16200"/>
                    <a:pt x="21600" y="12573"/>
                    <a:pt x="21600" y="8100"/>
                  </a:cubicBezTo>
                  <a:cubicBezTo>
                    <a:pt x="21600" y="3626"/>
                    <a:pt x="17973" y="0"/>
                    <a:pt x="13499" y="0"/>
                  </a:cubicBezTo>
                </a:path>
              </a:pathLst>
            </a:custGeom>
            <a:grpFill/>
            <a:ln>
              <a:noFill/>
            </a:ln>
            <a:effectLst/>
          </p:spPr>
          <p:txBody>
            <a:bodyPr lIns="25400" tIns="25400" rIns="25400" bIns="25400" anchor="ctr"/>
            <a:lstStyle/>
            <a:p>
              <a:pPr algn="ctr" defTabSz="304800" fontAlgn="base" hangingPunct="0">
                <a:spcBef>
                  <a:spcPct val="0"/>
                </a:spcBef>
                <a:spcAft>
                  <a:spcPct val="0"/>
                </a:spcAft>
                <a:defRPr/>
              </a:pPr>
              <a:endParaRPr lang="en-US" sz="2000" kern="0">
                <a:solidFill>
                  <a:srgbClr val="FFFFFF"/>
                </a:solidFill>
                <a:effectLst>
                  <a:outerShdw blurRad="38100" dist="38100" dir="2700000" algn="tl">
                    <a:srgbClr val="000000"/>
                  </a:outerShdw>
                </a:effectLst>
                <a:latin typeface="Gill Sans" panose="020B0502020104020203" charset="0"/>
                <a:ea typeface="宋体"/>
                <a:sym typeface="Gill Sans" panose="020B0502020104020203" charset="0"/>
              </a:endParaRPr>
            </a:p>
          </p:txBody>
        </p:sp>
        <p:sp>
          <p:nvSpPr>
            <p:cNvPr id="15" name="AutoShape 127"/>
            <p:cNvSpPr/>
            <p:nvPr/>
          </p:nvSpPr>
          <p:spPr bwMode="auto">
            <a:xfrm>
              <a:off x="2618611" y="2200897"/>
              <a:ext cx="84727" cy="84112"/>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20160" y="0"/>
                  </a:moveTo>
                  <a:cubicBezTo>
                    <a:pt x="9025" y="0"/>
                    <a:pt x="0" y="9025"/>
                    <a:pt x="0" y="20160"/>
                  </a:cubicBezTo>
                  <a:cubicBezTo>
                    <a:pt x="0" y="20954"/>
                    <a:pt x="644" y="21600"/>
                    <a:pt x="1440" y="21600"/>
                  </a:cubicBezTo>
                  <a:cubicBezTo>
                    <a:pt x="2235" y="21600"/>
                    <a:pt x="2880" y="20954"/>
                    <a:pt x="2880" y="20160"/>
                  </a:cubicBezTo>
                  <a:cubicBezTo>
                    <a:pt x="2880" y="10618"/>
                    <a:pt x="10617" y="2880"/>
                    <a:pt x="20160" y="2880"/>
                  </a:cubicBezTo>
                  <a:cubicBezTo>
                    <a:pt x="20955" y="2880"/>
                    <a:pt x="21599" y="2234"/>
                    <a:pt x="21599" y="1440"/>
                  </a:cubicBezTo>
                  <a:cubicBezTo>
                    <a:pt x="21599" y="645"/>
                    <a:pt x="20955" y="0"/>
                    <a:pt x="20160" y="0"/>
                  </a:cubicBezTo>
                </a:path>
              </a:pathLst>
            </a:custGeom>
            <a:grpFill/>
            <a:ln>
              <a:noFill/>
            </a:ln>
            <a:effectLst/>
          </p:spPr>
          <p:txBody>
            <a:bodyPr lIns="25400" tIns="25400" rIns="25400" bIns="25400" anchor="ctr"/>
            <a:lstStyle/>
            <a:p>
              <a:pPr algn="ctr" defTabSz="304800" fontAlgn="base" hangingPunct="0">
                <a:spcBef>
                  <a:spcPct val="0"/>
                </a:spcBef>
                <a:spcAft>
                  <a:spcPct val="0"/>
                </a:spcAft>
                <a:defRPr/>
              </a:pPr>
              <a:endParaRPr lang="en-US" sz="2000" kern="0">
                <a:solidFill>
                  <a:srgbClr val="FFFFFF"/>
                </a:solidFill>
                <a:effectLst>
                  <a:outerShdw blurRad="38100" dist="38100" dir="2700000" algn="tl">
                    <a:srgbClr val="000000"/>
                  </a:outerShdw>
                </a:effectLst>
                <a:latin typeface="Gill Sans" panose="020B0502020104020203" charset="0"/>
                <a:ea typeface="宋体"/>
                <a:sym typeface="Gill Sans" panose="020B0502020104020203" charset="0"/>
              </a:endParaRPr>
            </a:p>
          </p:txBody>
        </p:sp>
      </p:grpSp>
      <p:sp>
        <p:nvSpPr>
          <p:cNvPr id="2" name="文本框 1"/>
          <p:cNvSpPr txBox="1"/>
          <p:nvPr/>
        </p:nvSpPr>
        <p:spPr>
          <a:xfrm>
            <a:off x="4235450" y="2795270"/>
            <a:ext cx="6951980" cy="3291840"/>
          </a:xfrm>
          <a:prstGeom prst="rect">
            <a:avLst/>
          </a:prstGeom>
        </p:spPr>
        <p:txBody>
          <a:bodyPr wrap="square">
            <a:spAutoFit/>
          </a:bodyPr>
          <a:lstStyle/>
          <a:p>
            <a:pPr marL="285750" indent="-285750">
              <a:spcBef>
                <a:spcPct val="0"/>
              </a:spcBef>
              <a:spcAft>
                <a:spcPct val="0"/>
              </a:spcAft>
              <a:buFont typeface="Arial" panose="020B0604020202090204" pitchFamily="34" charset="0"/>
              <a:buChar char="•"/>
            </a:pPr>
            <a:r>
              <a:rPr lang="en-US" altLang="zh-CN" sz="1600" b="0" i="0">
                <a:solidFill>
                  <a:srgbClr val="404040"/>
                </a:solidFill>
                <a:latin typeface="DeepSeek-CJK-patch"/>
                <a:ea typeface="DeepSeek-CJK-patch"/>
              </a:rPr>
              <a:t>The solution effectively handles imbalanced data and noise through techniques like negative sampling and label decay.</a:t>
            </a:r>
          </a:p>
          <a:p>
            <a:pPr marL="285750" indent="-285750">
              <a:spcBef>
                <a:spcPct val="0"/>
              </a:spcBef>
              <a:spcAft>
                <a:spcPct val="0"/>
              </a:spcAft>
              <a:buFont typeface="Arial" panose="020B0604020202090204" pitchFamily="34" charset="0"/>
              <a:buChar char="•"/>
            </a:pPr>
            <a:endParaRPr lang="en-US" altLang="zh-CN" sz="1600" b="0" i="0">
              <a:solidFill>
                <a:srgbClr val="404040"/>
              </a:solidFill>
              <a:latin typeface="DeepSeek-CJK-patch"/>
              <a:ea typeface="DeepSeek-CJK-patch"/>
            </a:endParaRPr>
          </a:p>
          <a:p>
            <a:pPr marL="285750" indent="-285750">
              <a:spcBef>
                <a:spcPct val="0"/>
              </a:spcBef>
              <a:spcAft>
                <a:spcPct val="0"/>
              </a:spcAft>
              <a:buFont typeface="Arial" panose="020B0604020202090204" pitchFamily="34" charset="0"/>
              <a:buChar char="•"/>
            </a:pPr>
            <a:r>
              <a:rPr lang="en-US" altLang="zh-CN" sz="1600" b="0" i="0">
                <a:solidFill>
                  <a:srgbClr val="404040"/>
                </a:solidFill>
                <a:latin typeface="DeepSeek-CJK-patch"/>
                <a:ea typeface="DeepSeek-CJK-patch"/>
              </a:rPr>
              <a:t>Feature engineering captures dynamic error patterns (e.g., burst errors, temporal trends) for robust predictions.</a:t>
            </a:r>
          </a:p>
          <a:p>
            <a:pPr marL="285750" indent="-285750">
              <a:spcBef>
                <a:spcPct val="0"/>
              </a:spcBef>
              <a:spcAft>
                <a:spcPct val="0"/>
              </a:spcAft>
              <a:buFont typeface="Arial" panose="020B0604020202090204" pitchFamily="34" charset="0"/>
              <a:buChar char="•"/>
            </a:pPr>
            <a:endParaRPr lang="en-US" altLang="zh-CN" sz="1600" b="0" i="0">
              <a:solidFill>
                <a:srgbClr val="404040"/>
              </a:solidFill>
              <a:latin typeface="DeepSeek-CJK-patch"/>
              <a:ea typeface="DeepSeek-CJK-patch"/>
            </a:endParaRPr>
          </a:p>
          <a:p>
            <a:pPr marL="285750" indent="-285750">
              <a:spcBef>
                <a:spcPct val="0"/>
              </a:spcBef>
              <a:spcAft>
                <a:spcPct val="0"/>
              </a:spcAft>
              <a:buFont typeface="Arial" panose="020B0604020202090204" pitchFamily="34" charset="0"/>
              <a:buChar char="•"/>
            </a:pPr>
            <a:r>
              <a:rPr lang="en-US" altLang="zh-CN" sz="1600" b="0" i="0">
                <a:solidFill>
                  <a:srgbClr val="404040"/>
                </a:solidFill>
                <a:latin typeface="DeepSeek-CJK-patch"/>
                <a:ea typeface="DeepSeek-CJK-patch"/>
              </a:rPr>
              <a:t>Ensemble modeling (LightGBM, XGBoost, CatBoost) improves accuracy and generalizability.</a:t>
            </a:r>
          </a:p>
          <a:p>
            <a:pPr marL="285750" indent="-285750">
              <a:spcBef>
                <a:spcPct val="0"/>
              </a:spcBef>
              <a:spcAft>
                <a:spcPct val="0"/>
              </a:spcAft>
              <a:buFont typeface="Arial" panose="020B0604020202090204" pitchFamily="34" charset="0"/>
              <a:buChar char="•"/>
            </a:pPr>
            <a:endParaRPr lang="en-US" altLang="zh-CN" sz="1600" b="0" i="0">
              <a:solidFill>
                <a:srgbClr val="404040"/>
              </a:solidFill>
              <a:latin typeface="DeepSeek-CJK-patch"/>
              <a:ea typeface="DeepSeek-CJK-patch"/>
            </a:endParaRPr>
          </a:p>
          <a:p>
            <a:pPr marL="285750" indent="-285750">
              <a:spcBef>
                <a:spcPct val="0"/>
              </a:spcBef>
              <a:spcAft>
                <a:spcPct val="0"/>
              </a:spcAft>
              <a:buFont typeface="Arial" panose="020B0604020202090204" pitchFamily="34" charset="0"/>
              <a:buChar char="•"/>
            </a:pPr>
            <a:endParaRPr lang="en-US" altLang="zh-CN" sz="1600" b="0" i="0">
              <a:solidFill>
                <a:srgbClr val="404040"/>
              </a:solidFill>
              <a:latin typeface="DeepSeek-CJK-patch"/>
              <a:ea typeface="DeepSeek-CJK-patch"/>
            </a:endParaRPr>
          </a:p>
          <a:p>
            <a:pPr marL="285750" indent="-285750">
              <a:spcBef>
                <a:spcPct val="0"/>
              </a:spcBef>
              <a:spcAft>
                <a:spcPct val="0"/>
              </a:spcAft>
              <a:buFont typeface="Arial" panose="020B0604020202090204" pitchFamily="34" charset="0"/>
              <a:buChar char="•"/>
            </a:pPr>
            <a:r>
              <a:rPr lang="en-US" altLang="zh-CN" sz="1600" b="0" i="0">
                <a:solidFill>
                  <a:srgbClr val="404040"/>
                </a:solidFill>
                <a:latin typeface="DeepSeek-CJK-patch"/>
                <a:ea typeface="DeepSeek-CJK-patch"/>
              </a:rPr>
              <a:t>Limitations:  Dependency on fixed time windows (2-hour aggregation) may miss short-term anomalies.</a:t>
            </a:r>
          </a:p>
          <a:p>
            <a:pPr marL="0" indent="0">
              <a:spcBef>
                <a:spcPct val="0"/>
              </a:spcBef>
              <a:spcAft>
                <a:spcPct val="0"/>
              </a:spcAft>
              <a:buAutoNum type="arabicPeriod"/>
            </a:pPr>
            <a:endParaRPr lang="en-US" altLang="zh-CN" sz="1600" b="0" i="0">
              <a:solidFill>
                <a:srgbClr val="404040"/>
              </a:solidFill>
              <a:latin typeface="DeepSeek-CJK-patch"/>
              <a:ea typeface="DeepSeek-CJK-patch"/>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图片 8"/>
          <p:cNvPicPr>
            <a:picLocks noChangeAspect="1"/>
          </p:cNvPicPr>
          <p:nvPr/>
        </p:nvPicPr>
        <p:blipFill>
          <a:blip r:embed="rId3"/>
          <a:stretch>
            <a:fillRect/>
          </a:stretch>
        </p:blipFill>
        <p:spPr>
          <a:xfrm>
            <a:off x="3144301" y="2551100"/>
            <a:ext cx="5584420" cy="1755800"/>
          </a:xfrm>
          <a:prstGeom prst="rect">
            <a:avLst/>
          </a:prstGeom>
        </p:spPr>
      </p:pic>
    </p:spTree>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928</Words>
  <Application>Microsoft Office PowerPoint</Application>
  <PresentationFormat>宽屏</PresentationFormat>
  <Paragraphs>92</Paragraphs>
  <Slides>12</Slides>
  <Notes>3</Notes>
  <HiddenSlides>0</HiddenSlides>
  <MMClips>0</MMClips>
  <ScaleCrop>false</ScaleCrop>
  <HeadingPairs>
    <vt:vector size="6" baseType="variant">
      <vt:variant>
        <vt:lpstr>已用的字体</vt:lpstr>
      </vt:variant>
      <vt:variant>
        <vt:i4>9</vt:i4>
      </vt:variant>
      <vt:variant>
        <vt:lpstr>主题</vt:lpstr>
      </vt:variant>
      <vt:variant>
        <vt:i4>2</vt:i4>
      </vt:variant>
      <vt:variant>
        <vt:lpstr>幻灯片标题</vt:lpstr>
      </vt:variant>
      <vt:variant>
        <vt:i4>12</vt:i4>
      </vt:variant>
    </vt:vector>
  </HeadingPairs>
  <TitlesOfParts>
    <vt:vector size="23" baseType="lpstr">
      <vt:lpstr>DeepSeek-CJK-patch</vt:lpstr>
      <vt:lpstr>Dream-XiaYiGBT</vt:lpstr>
      <vt:lpstr>Gill Sans</vt:lpstr>
      <vt:lpstr>Lucida Grande</vt:lpstr>
      <vt:lpstr>Source Han Sans</vt:lpstr>
      <vt:lpstr>Source Han Sans CN Bold</vt:lpstr>
      <vt:lpstr>Arial</vt:lpstr>
      <vt:lpstr>Calibri</vt:lpstr>
      <vt:lpstr>Candara</vt:lpstr>
      <vt:lpstr>Office 主题​​</vt:lpstr>
      <vt:lpstr>1_Office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YANG, Menglin</dc:creator>
  <cp:lastModifiedBy>Hongyi Xie</cp:lastModifiedBy>
  <cp:revision>24</cp:revision>
  <dcterms:created xsi:type="dcterms:W3CDTF">2025-04-26T12:45:41Z</dcterms:created>
  <dcterms:modified xsi:type="dcterms:W3CDTF">2025-05-06T06:54:47Z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2015_ms_pID_725343">
    <vt:lpwstr>(2)+pvTOeuSSWkLCNKegJkdyToWwwhF/G3/epmj/ZrjqmIRGNbgrRaTzKZRz6IPic3Q/MsDdjEV
Pp8rzkUjkUQcl8n7gVXMSe/UkybsM2c5qRPQIpXfTjyUJQZDUAq+X8njzQU6V5iZ+pnbB3zf
SSjhUWx8/jUcAkI5nguoQIAG1ziun/aYE+5pdKmnoagJ8f+PeMzNUfJeMRGTli+gX5rbdBaK
TYC/6ZPi7dXfOzX6HC</vt:lpwstr>
  </property>
  <property fmtid="{D5CDD505-2E9C-101B-9397-08002B2CF9AE}" pid="3" name="_2015_ms_pID_7253431">
    <vt:lpwstr>4Mx6C8o6lYYRvLlr6qXq9aWMPtsfQ9etLA6kj0r8IwOFaTLFh1QQzt
rFMfarMsc1s/eUEeHtAy8IUyzX+ynGt7OyTcUrQM24xAB+zt3GVguijXcdqecPEMU6c2mRBv
H4NjZ5tX+LCmZXio7BAeO7sKhLiC+XijIhGv4rJxVx0Ei8Oui9C22yuftsL9Yf7+Nts=</vt:lpwstr>
  </property>
  <property fmtid="{D5CDD505-2E9C-101B-9397-08002B2CF9AE}" pid="4" name="ICV">
    <vt:lpwstr>BF0E85997C9560D9FA4D0B6871F63011_42</vt:lpwstr>
  </property>
  <property fmtid="{D5CDD505-2E9C-101B-9397-08002B2CF9AE}" pid="5" name="KSOProductBuildVer">
    <vt:lpwstr>2052-7.3.1.8967</vt:lpwstr>
  </property>
</Properties>
</file>